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14"/>
  </p:notesMasterIdLst>
  <p:sldIdLst>
    <p:sldId id="256" r:id="rId2"/>
    <p:sldId id="258" r:id="rId3"/>
    <p:sldId id="314" r:id="rId4"/>
    <p:sldId id="315" r:id="rId5"/>
    <p:sldId id="260" r:id="rId6"/>
    <p:sldId id="262" r:id="rId7"/>
    <p:sldId id="313" r:id="rId8"/>
    <p:sldId id="312" r:id="rId9"/>
    <p:sldId id="263" r:id="rId10"/>
    <p:sldId id="318" r:id="rId11"/>
    <p:sldId id="316" r:id="rId12"/>
    <p:sldId id="317" r:id="rId13"/>
  </p:sldIdLst>
  <p:sldSz cx="9144000" cy="5143500" type="screen16x9"/>
  <p:notesSz cx="6858000" cy="9144000"/>
  <p:embeddedFontLst>
    <p:embeddedFont>
      <p:font typeface="Maven Pro" panose="020B0604020202020204" charset="0"/>
      <p:regular r:id="rId15"/>
      <p:bold r:id="rId16"/>
    </p:embeddedFont>
    <p:embeddedFont>
      <p:font typeface="Montserrat" panose="00000500000000000000" pitchFamily="2"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9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8E6D3D6-CDD1-47BC-8A1E-466A64240426}">
  <a:tblStyle styleId="{38E6D3D6-CDD1-47BC-8A1E-466A6424042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DD121A1-22DC-4C88-9635-D1ABCF5A0F50}"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1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0" name="Google Shape;93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13ce2af5b70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0" name="Google Shape;990;g13ce2af5b70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a:extLst>
            <a:ext uri="{FF2B5EF4-FFF2-40B4-BE49-F238E27FC236}">
              <a16:creationId xmlns:a16="http://schemas.microsoft.com/office/drawing/2014/main" id="{8EFEBAC8-3C48-6F81-28BC-50169DA03EB3}"/>
            </a:ext>
          </a:extLst>
        </p:cNvPr>
        <p:cNvGrpSpPr/>
        <p:nvPr/>
      </p:nvGrpSpPr>
      <p:grpSpPr>
        <a:xfrm>
          <a:off x="0" y="0"/>
          <a:ext cx="0" cy="0"/>
          <a:chOff x="0" y="0"/>
          <a:chExt cx="0" cy="0"/>
        </a:xfrm>
      </p:grpSpPr>
      <p:sp>
        <p:nvSpPr>
          <p:cNvPr id="1053" name="Google Shape;1053;g1e91eb690e5_0_15:notes">
            <a:extLst>
              <a:ext uri="{FF2B5EF4-FFF2-40B4-BE49-F238E27FC236}">
                <a16:creationId xmlns:a16="http://schemas.microsoft.com/office/drawing/2014/main" id="{20AF6D8F-57B0-49AE-0C54-33EFC13861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1e91eb690e5_0_15:notes">
            <a:extLst>
              <a:ext uri="{FF2B5EF4-FFF2-40B4-BE49-F238E27FC236}">
                <a16:creationId xmlns:a16="http://schemas.microsoft.com/office/drawing/2014/main" id="{B56896CE-580F-D6AA-87ED-B16D84B0AA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3331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a:extLst>
            <a:ext uri="{FF2B5EF4-FFF2-40B4-BE49-F238E27FC236}">
              <a16:creationId xmlns:a16="http://schemas.microsoft.com/office/drawing/2014/main" id="{276D01F2-8C81-723A-7FF4-4CB418E3958A}"/>
            </a:ext>
          </a:extLst>
        </p:cNvPr>
        <p:cNvGrpSpPr/>
        <p:nvPr/>
      </p:nvGrpSpPr>
      <p:grpSpPr>
        <a:xfrm>
          <a:off x="0" y="0"/>
          <a:ext cx="0" cy="0"/>
          <a:chOff x="0" y="0"/>
          <a:chExt cx="0" cy="0"/>
        </a:xfrm>
      </p:grpSpPr>
      <p:sp>
        <p:nvSpPr>
          <p:cNvPr id="1117" name="Google Shape;1117;g1e932d62275_0_122:notes">
            <a:extLst>
              <a:ext uri="{FF2B5EF4-FFF2-40B4-BE49-F238E27FC236}">
                <a16:creationId xmlns:a16="http://schemas.microsoft.com/office/drawing/2014/main" id="{FC1209CE-FDDE-3E82-3044-D3AA924825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a:extLst>
              <a:ext uri="{FF2B5EF4-FFF2-40B4-BE49-F238E27FC236}">
                <a16:creationId xmlns:a16="http://schemas.microsoft.com/office/drawing/2014/main" id="{869231BF-A3CA-D323-424A-72A658C510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90202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1e91eb690e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1e91eb690e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e932d6227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a:extLst>
            <a:ext uri="{FF2B5EF4-FFF2-40B4-BE49-F238E27FC236}">
              <a16:creationId xmlns:a16="http://schemas.microsoft.com/office/drawing/2014/main" id="{CA72C6C2-A544-A87D-5FB6-2A2499C415EF}"/>
            </a:ext>
          </a:extLst>
        </p:cNvPr>
        <p:cNvGrpSpPr/>
        <p:nvPr/>
      </p:nvGrpSpPr>
      <p:grpSpPr>
        <a:xfrm>
          <a:off x="0" y="0"/>
          <a:ext cx="0" cy="0"/>
          <a:chOff x="0" y="0"/>
          <a:chExt cx="0" cy="0"/>
        </a:xfrm>
      </p:grpSpPr>
      <p:sp>
        <p:nvSpPr>
          <p:cNvPr id="1053" name="Google Shape;1053;g1e91eb690e5_0_15:notes">
            <a:extLst>
              <a:ext uri="{FF2B5EF4-FFF2-40B4-BE49-F238E27FC236}">
                <a16:creationId xmlns:a16="http://schemas.microsoft.com/office/drawing/2014/main" id="{6FBA7756-8567-3730-D840-95283EDD38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1e91eb690e5_0_15:notes">
            <a:extLst>
              <a:ext uri="{FF2B5EF4-FFF2-40B4-BE49-F238E27FC236}">
                <a16:creationId xmlns:a16="http://schemas.microsoft.com/office/drawing/2014/main" id="{B9FC29E9-DE45-AD8C-6213-07B9899F7E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2739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a:extLst>
            <a:ext uri="{FF2B5EF4-FFF2-40B4-BE49-F238E27FC236}">
              <a16:creationId xmlns:a16="http://schemas.microsoft.com/office/drawing/2014/main" id="{B4AB445C-E296-3649-BABA-DEB7F5E91D33}"/>
            </a:ext>
          </a:extLst>
        </p:cNvPr>
        <p:cNvGrpSpPr/>
        <p:nvPr/>
      </p:nvGrpSpPr>
      <p:grpSpPr>
        <a:xfrm>
          <a:off x="0" y="0"/>
          <a:ext cx="0" cy="0"/>
          <a:chOff x="0" y="0"/>
          <a:chExt cx="0" cy="0"/>
        </a:xfrm>
      </p:grpSpPr>
      <p:sp>
        <p:nvSpPr>
          <p:cNvPr id="1117" name="Google Shape;1117;g1e932d62275_0_122:notes">
            <a:extLst>
              <a:ext uri="{FF2B5EF4-FFF2-40B4-BE49-F238E27FC236}">
                <a16:creationId xmlns:a16="http://schemas.microsoft.com/office/drawing/2014/main" id="{CB232B2F-59DB-F399-1697-2ABB4B66B1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a:extLst>
              <a:ext uri="{FF2B5EF4-FFF2-40B4-BE49-F238E27FC236}">
                <a16:creationId xmlns:a16="http://schemas.microsoft.com/office/drawing/2014/main" id="{464B0AF1-466D-D055-CA27-10DC0288C3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2829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1e91eb690e5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1e91eb690e5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a:extLst>
            <a:ext uri="{FF2B5EF4-FFF2-40B4-BE49-F238E27FC236}">
              <a16:creationId xmlns:a16="http://schemas.microsoft.com/office/drawing/2014/main" id="{8E8E6363-0E7C-8A6F-1E97-C0FE59E41D6F}"/>
            </a:ext>
          </a:extLst>
        </p:cNvPr>
        <p:cNvGrpSpPr/>
        <p:nvPr/>
      </p:nvGrpSpPr>
      <p:grpSpPr>
        <a:xfrm>
          <a:off x="0" y="0"/>
          <a:ext cx="0" cy="0"/>
          <a:chOff x="0" y="0"/>
          <a:chExt cx="0" cy="0"/>
        </a:xfrm>
      </p:grpSpPr>
      <p:sp>
        <p:nvSpPr>
          <p:cNvPr id="1124" name="Google Shape;1124;g1e91eb690e5_0_21:notes">
            <a:extLst>
              <a:ext uri="{FF2B5EF4-FFF2-40B4-BE49-F238E27FC236}">
                <a16:creationId xmlns:a16="http://schemas.microsoft.com/office/drawing/2014/main" id="{8181D266-88DD-8EC8-7EA1-F2037870FA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1e91eb690e5_0_21:notes">
            <a:extLst>
              <a:ext uri="{FF2B5EF4-FFF2-40B4-BE49-F238E27FC236}">
                <a16:creationId xmlns:a16="http://schemas.microsoft.com/office/drawing/2014/main" id="{0E60570F-DB0F-FD6A-3295-F10070EB29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02312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a:extLst>
            <a:ext uri="{FF2B5EF4-FFF2-40B4-BE49-F238E27FC236}">
              <a16:creationId xmlns:a16="http://schemas.microsoft.com/office/drawing/2014/main" id="{9B533F88-D63F-FF9E-DC71-D47380124805}"/>
            </a:ext>
          </a:extLst>
        </p:cNvPr>
        <p:cNvGrpSpPr/>
        <p:nvPr/>
      </p:nvGrpSpPr>
      <p:grpSpPr>
        <a:xfrm>
          <a:off x="0" y="0"/>
          <a:ext cx="0" cy="0"/>
          <a:chOff x="0" y="0"/>
          <a:chExt cx="0" cy="0"/>
        </a:xfrm>
      </p:grpSpPr>
      <p:sp>
        <p:nvSpPr>
          <p:cNvPr id="1117" name="Google Shape;1117;g1e932d62275_0_122:notes">
            <a:extLst>
              <a:ext uri="{FF2B5EF4-FFF2-40B4-BE49-F238E27FC236}">
                <a16:creationId xmlns:a16="http://schemas.microsoft.com/office/drawing/2014/main" id="{1C8D554C-B6E8-3788-445C-C99ABD035D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a:extLst>
              <a:ext uri="{FF2B5EF4-FFF2-40B4-BE49-F238E27FC236}">
                <a16:creationId xmlns:a16="http://schemas.microsoft.com/office/drawing/2014/main" id="{2C9D0B94-3B3E-5EDF-F94A-118A7C9454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3914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a:extLst>
            <a:ext uri="{FF2B5EF4-FFF2-40B4-BE49-F238E27FC236}">
              <a16:creationId xmlns:a16="http://schemas.microsoft.com/office/drawing/2014/main" id="{2EBF031B-5F64-0323-FDF4-168F9150749F}"/>
            </a:ext>
          </a:extLst>
        </p:cNvPr>
        <p:cNvGrpSpPr/>
        <p:nvPr/>
      </p:nvGrpSpPr>
      <p:grpSpPr>
        <a:xfrm>
          <a:off x="0" y="0"/>
          <a:ext cx="0" cy="0"/>
          <a:chOff x="0" y="0"/>
          <a:chExt cx="0" cy="0"/>
        </a:xfrm>
      </p:grpSpPr>
      <p:sp>
        <p:nvSpPr>
          <p:cNvPr id="1117" name="Google Shape;1117;g1e932d62275_0_122:notes">
            <a:extLst>
              <a:ext uri="{FF2B5EF4-FFF2-40B4-BE49-F238E27FC236}">
                <a16:creationId xmlns:a16="http://schemas.microsoft.com/office/drawing/2014/main" id="{3106B5E2-9DEA-2558-5923-37BA538A46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e932d62275_0_122:notes">
            <a:extLst>
              <a:ext uri="{FF2B5EF4-FFF2-40B4-BE49-F238E27FC236}">
                <a16:creationId xmlns:a16="http://schemas.microsoft.com/office/drawing/2014/main" id="{2636C636-298E-1F9D-6995-F6D205779C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87155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7924" y="0"/>
            <a:ext cx="9128151" cy="5143499"/>
          </a:xfrm>
          <a:prstGeom prst="rect">
            <a:avLst/>
          </a:prstGeom>
          <a:noFill/>
          <a:ln>
            <a:noFill/>
          </a:ln>
        </p:spPr>
      </p:pic>
      <p:sp>
        <p:nvSpPr>
          <p:cNvPr id="10" name="Google Shape;10;p2"/>
          <p:cNvSpPr/>
          <p:nvPr/>
        </p:nvSpPr>
        <p:spPr>
          <a:xfrm rot="10800000" flipH="1">
            <a:off x="-78450" y="-783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 name="Google Shape;11;p2"/>
          <p:cNvSpPr txBox="1">
            <a:spLocks noGrp="1"/>
          </p:cNvSpPr>
          <p:nvPr>
            <p:ph type="ctrTitle"/>
          </p:nvPr>
        </p:nvSpPr>
        <p:spPr>
          <a:xfrm>
            <a:off x="2308350" y="1494300"/>
            <a:ext cx="4527300" cy="17103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2308350" y="3204600"/>
            <a:ext cx="4527300" cy="444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3"/>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15" name="Google Shape;15;p3"/>
          <p:cNvGrpSpPr/>
          <p:nvPr/>
        </p:nvGrpSpPr>
        <p:grpSpPr>
          <a:xfrm>
            <a:off x="0" y="0"/>
            <a:ext cx="9513725" cy="5143425"/>
            <a:chOff x="0" y="0"/>
            <a:chExt cx="9513725" cy="5143425"/>
          </a:xfrm>
        </p:grpSpPr>
        <p:sp>
          <p:nvSpPr>
            <p:cNvPr id="16" name="Google Shape;16;p3"/>
            <p:cNvSpPr/>
            <p:nvPr/>
          </p:nvSpPr>
          <p:spPr>
            <a:xfrm>
              <a:off x="8421625" y="0"/>
              <a:ext cx="722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7" name="Google Shape;17;p3"/>
            <p:cNvSpPr/>
            <p:nvPr/>
          </p:nvSpPr>
          <p:spPr>
            <a:xfrm>
              <a:off x="0" y="4014825"/>
              <a:ext cx="1492500" cy="1128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8" name="Google Shape;18;p3"/>
            <p:cNvSpPr/>
            <p:nvPr/>
          </p:nvSpPr>
          <p:spPr>
            <a:xfrm>
              <a:off x="0" y="4829625"/>
              <a:ext cx="22158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9" name="Google Shape;19;p3"/>
            <p:cNvSpPr/>
            <p:nvPr/>
          </p:nvSpPr>
          <p:spPr>
            <a:xfrm>
              <a:off x="7631225" y="32650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20" name="Google Shape;20;p3"/>
          <p:cNvGrpSpPr/>
          <p:nvPr/>
        </p:nvGrpSpPr>
        <p:grpSpPr>
          <a:xfrm>
            <a:off x="-78450" y="-78300"/>
            <a:ext cx="6346163" cy="6476788"/>
            <a:chOff x="-78450" y="-78300"/>
            <a:chExt cx="6346163" cy="6476788"/>
          </a:xfrm>
        </p:grpSpPr>
        <p:sp>
          <p:nvSpPr>
            <p:cNvPr id="21" name="Google Shape;21;p3"/>
            <p:cNvSpPr/>
            <p:nvPr/>
          </p:nvSpPr>
          <p:spPr>
            <a:xfrm rot="10800000" flipH="1">
              <a:off x="-78450" y="-7830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22" name="Google Shape;22;p3"/>
            <p:cNvGrpSpPr/>
            <p:nvPr/>
          </p:nvGrpSpPr>
          <p:grpSpPr>
            <a:xfrm>
              <a:off x="4382438" y="4514238"/>
              <a:ext cx="1885275" cy="1884250"/>
              <a:chOff x="2609275" y="3149350"/>
              <a:chExt cx="1885275" cy="1884250"/>
            </a:xfrm>
          </p:grpSpPr>
          <p:sp>
            <p:nvSpPr>
              <p:cNvPr id="23" name="Google Shape;23;p3"/>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 name="Google Shape;42;p3"/>
          <p:cNvSpPr txBox="1">
            <a:spLocks noGrp="1"/>
          </p:cNvSpPr>
          <p:nvPr>
            <p:ph type="title"/>
          </p:nvPr>
        </p:nvSpPr>
        <p:spPr>
          <a:xfrm>
            <a:off x="2364450" y="2361300"/>
            <a:ext cx="4415100" cy="15102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3" name="Google Shape;43;p3"/>
          <p:cNvSpPr txBox="1">
            <a:spLocks noGrp="1"/>
          </p:cNvSpPr>
          <p:nvPr>
            <p:ph type="title" idx="2" hasCustomPrompt="1"/>
          </p:nvPr>
        </p:nvSpPr>
        <p:spPr>
          <a:xfrm>
            <a:off x="4027350" y="1272000"/>
            <a:ext cx="1089300" cy="1089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2000"/>
              <a:buNone/>
              <a:defRPr sz="6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4"/>
        <p:cNvGrpSpPr/>
        <p:nvPr/>
      </p:nvGrpSpPr>
      <p:grpSpPr>
        <a:xfrm>
          <a:off x="0" y="0"/>
          <a:ext cx="0" cy="0"/>
          <a:chOff x="0" y="0"/>
          <a:chExt cx="0" cy="0"/>
        </a:xfrm>
      </p:grpSpPr>
      <p:pic>
        <p:nvPicPr>
          <p:cNvPr id="75" name="Google Shape;75;p5"/>
          <p:cNvPicPr preferRelativeResize="0"/>
          <p:nvPr/>
        </p:nvPicPr>
        <p:blipFill>
          <a:blip r:embed="rId2">
            <a:alphaModFix/>
          </a:blip>
          <a:stretch>
            <a:fillRect/>
          </a:stretch>
        </p:blipFill>
        <p:spPr>
          <a:xfrm rot="10800000">
            <a:off x="7924" y="0"/>
            <a:ext cx="9128151" cy="5143499"/>
          </a:xfrm>
          <a:prstGeom prst="rect">
            <a:avLst/>
          </a:prstGeom>
          <a:noFill/>
          <a:ln>
            <a:noFill/>
          </a:ln>
        </p:spPr>
      </p:pic>
      <p:pic>
        <p:nvPicPr>
          <p:cNvPr id="76" name="Google Shape;76;p5"/>
          <p:cNvPicPr preferRelativeResize="0"/>
          <p:nvPr/>
        </p:nvPicPr>
        <p:blipFill>
          <a:blip r:embed="rId2">
            <a:alphaModFix/>
          </a:blip>
          <a:stretch>
            <a:fillRect/>
          </a:stretch>
        </p:blipFill>
        <p:spPr>
          <a:xfrm>
            <a:off x="7924" y="0"/>
            <a:ext cx="9128151" cy="5143499"/>
          </a:xfrm>
          <a:prstGeom prst="rect">
            <a:avLst/>
          </a:prstGeom>
          <a:noFill/>
          <a:ln>
            <a:noFill/>
          </a:ln>
        </p:spPr>
      </p:pic>
      <p:grpSp>
        <p:nvGrpSpPr>
          <p:cNvPr id="77" name="Google Shape;77;p5"/>
          <p:cNvGrpSpPr/>
          <p:nvPr/>
        </p:nvGrpSpPr>
        <p:grpSpPr>
          <a:xfrm>
            <a:off x="-202950" y="-1524237"/>
            <a:ext cx="9908950" cy="5849938"/>
            <a:chOff x="-202950" y="-1524237"/>
            <a:chExt cx="9908950" cy="5849938"/>
          </a:xfrm>
        </p:grpSpPr>
        <p:sp>
          <p:nvSpPr>
            <p:cNvPr id="78" name="Google Shape;78;p5"/>
            <p:cNvSpPr/>
            <p:nvPr/>
          </p:nvSpPr>
          <p:spPr>
            <a:xfrm rot="10800000" flipH="1">
              <a:off x="-202950" y="-430750"/>
              <a:ext cx="3429000" cy="8514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79" name="Google Shape;79;p5"/>
            <p:cNvGrpSpPr/>
            <p:nvPr/>
          </p:nvGrpSpPr>
          <p:grpSpPr>
            <a:xfrm>
              <a:off x="8719875" y="2230200"/>
              <a:ext cx="986125" cy="2095500"/>
              <a:chOff x="7631225" y="2241175"/>
              <a:chExt cx="986125" cy="2095500"/>
            </a:xfrm>
          </p:grpSpPr>
          <p:cxnSp>
            <p:nvCxnSpPr>
              <p:cNvPr id="80" name="Google Shape;80;p5"/>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1" name="Google Shape;81;p5"/>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2" name="Google Shape;82;p5"/>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3" name="Google Shape;83;p5"/>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4" name="Google Shape;84;p5"/>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5" name="Google Shape;85;p5"/>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6" name="Google Shape;86;p5"/>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7" name="Google Shape;87;p5"/>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8" name="Google Shape;88;p5"/>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89" name="Google Shape;89;p5"/>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0" name="Google Shape;90;p5"/>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 name="Google Shape;91;p5"/>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 name="Google Shape;92;p5"/>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3" name="Google Shape;93;p5"/>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94" name="Google Shape;94;p5"/>
            <p:cNvGrpSpPr/>
            <p:nvPr/>
          </p:nvGrpSpPr>
          <p:grpSpPr>
            <a:xfrm>
              <a:off x="4865588" y="-1524237"/>
              <a:ext cx="1885275" cy="1884250"/>
              <a:chOff x="2609275" y="3149350"/>
              <a:chExt cx="1885275" cy="1884250"/>
            </a:xfrm>
          </p:grpSpPr>
          <p:sp>
            <p:nvSpPr>
              <p:cNvPr id="95" name="Google Shape;95;p5"/>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 name="Google Shape;114;p5"/>
          <p:cNvGrpSpPr/>
          <p:nvPr/>
        </p:nvGrpSpPr>
        <p:grpSpPr>
          <a:xfrm>
            <a:off x="-5879" y="147025"/>
            <a:ext cx="9561029" cy="4996475"/>
            <a:chOff x="-5879" y="147025"/>
            <a:chExt cx="9561029" cy="4996475"/>
          </a:xfrm>
        </p:grpSpPr>
        <p:sp>
          <p:nvSpPr>
            <p:cNvPr id="115" name="Google Shape;115;p5"/>
            <p:cNvSpPr/>
            <p:nvPr/>
          </p:nvSpPr>
          <p:spPr>
            <a:xfrm>
              <a:off x="0" y="4570725"/>
              <a:ext cx="3023100" cy="5727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6" name="Google Shape;116;p5"/>
            <p:cNvSpPr/>
            <p:nvPr/>
          </p:nvSpPr>
          <p:spPr>
            <a:xfrm>
              <a:off x="7672650" y="147025"/>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7" name="Google Shape;117;p5"/>
            <p:cNvSpPr/>
            <p:nvPr/>
          </p:nvSpPr>
          <p:spPr>
            <a:xfrm flipH="1">
              <a:off x="6920275" y="4829625"/>
              <a:ext cx="22158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8" name="Google Shape;118;p5"/>
            <p:cNvSpPr/>
            <p:nvPr/>
          </p:nvSpPr>
          <p:spPr>
            <a:xfrm>
              <a:off x="-5879" y="3272100"/>
              <a:ext cx="5304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sp>
        <p:nvSpPr>
          <p:cNvPr id="119" name="Google Shape;119;p5"/>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20" name="Google Shape;120;p5"/>
          <p:cNvSpPr txBox="1">
            <a:spLocks noGrp="1"/>
          </p:cNvSpPr>
          <p:nvPr>
            <p:ph type="subTitle" idx="1"/>
          </p:nvPr>
        </p:nvSpPr>
        <p:spPr>
          <a:xfrm>
            <a:off x="826450" y="2085250"/>
            <a:ext cx="3516600" cy="17694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21" name="Google Shape;121;p5"/>
          <p:cNvSpPr txBox="1">
            <a:spLocks noGrp="1"/>
          </p:cNvSpPr>
          <p:nvPr>
            <p:ph type="subTitle" idx="2"/>
          </p:nvPr>
        </p:nvSpPr>
        <p:spPr>
          <a:xfrm>
            <a:off x="4800925" y="2085250"/>
            <a:ext cx="3516600" cy="1769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50"/>
        <p:cNvGrpSpPr/>
        <p:nvPr/>
      </p:nvGrpSpPr>
      <p:grpSpPr>
        <a:xfrm>
          <a:off x="0" y="0"/>
          <a:ext cx="0" cy="0"/>
          <a:chOff x="0" y="0"/>
          <a:chExt cx="0" cy="0"/>
        </a:xfrm>
      </p:grpSpPr>
      <p:pic>
        <p:nvPicPr>
          <p:cNvPr id="151" name="Google Shape;151;p7"/>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152" name="Google Shape;152;p7"/>
          <p:cNvGrpSpPr/>
          <p:nvPr/>
        </p:nvGrpSpPr>
        <p:grpSpPr>
          <a:xfrm>
            <a:off x="0" y="0"/>
            <a:ext cx="2263500" cy="1871400"/>
            <a:chOff x="0" y="0"/>
            <a:chExt cx="2263500" cy="1871400"/>
          </a:xfrm>
        </p:grpSpPr>
        <p:sp>
          <p:nvSpPr>
            <p:cNvPr id="153" name="Google Shape;153;p7"/>
            <p:cNvSpPr/>
            <p:nvPr/>
          </p:nvSpPr>
          <p:spPr>
            <a:xfrm>
              <a:off x="0" y="0"/>
              <a:ext cx="5556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54" name="Google Shape;154;p7"/>
            <p:cNvSpPr/>
            <p:nvPr/>
          </p:nvSpPr>
          <p:spPr>
            <a:xfrm rot="10800000" flipH="1">
              <a:off x="0" y="0"/>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155" name="Google Shape;155;p7"/>
          <p:cNvGrpSpPr/>
          <p:nvPr/>
        </p:nvGrpSpPr>
        <p:grpSpPr>
          <a:xfrm>
            <a:off x="-1404987" y="-1786325"/>
            <a:ext cx="11178725" cy="6927275"/>
            <a:chOff x="-1404987" y="-1786325"/>
            <a:chExt cx="11178725" cy="6927275"/>
          </a:xfrm>
        </p:grpSpPr>
        <p:sp>
          <p:nvSpPr>
            <p:cNvPr id="156" name="Google Shape;156;p7"/>
            <p:cNvSpPr/>
            <p:nvPr/>
          </p:nvSpPr>
          <p:spPr>
            <a:xfrm>
              <a:off x="-78450" y="4529850"/>
              <a:ext cx="3162000" cy="6111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57" name="Google Shape;157;p7"/>
            <p:cNvGrpSpPr/>
            <p:nvPr/>
          </p:nvGrpSpPr>
          <p:grpSpPr>
            <a:xfrm>
              <a:off x="-1404987" y="2387838"/>
              <a:ext cx="1885275" cy="1884250"/>
              <a:chOff x="2609275" y="3149350"/>
              <a:chExt cx="1885275" cy="1884250"/>
            </a:xfrm>
          </p:grpSpPr>
          <p:sp>
            <p:nvSpPr>
              <p:cNvPr id="158" name="Google Shape;158;p7"/>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7"/>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7"/>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7"/>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7"/>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7"/>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7"/>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7"/>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7"/>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7"/>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7"/>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7"/>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7"/>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7"/>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7"/>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7"/>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7"/>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7"/>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7"/>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 name="Google Shape;177;p7"/>
            <p:cNvSpPr/>
            <p:nvPr/>
          </p:nvSpPr>
          <p:spPr>
            <a:xfrm rot="-5400000">
              <a:off x="7447913" y="-1786325"/>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 name="Google Shape;178;p7"/>
          <p:cNvSpPr txBox="1">
            <a:spLocks noGrp="1"/>
          </p:cNvSpPr>
          <p:nvPr>
            <p:ph type="title"/>
          </p:nvPr>
        </p:nvSpPr>
        <p:spPr>
          <a:xfrm>
            <a:off x="722375" y="539500"/>
            <a:ext cx="7699200" cy="5760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9" name="Google Shape;179;p7"/>
          <p:cNvSpPr txBox="1">
            <a:spLocks noGrp="1"/>
          </p:cNvSpPr>
          <p:nvPr>
            <p:ph type="body" idx="1"/>
          </p:nvPr>
        </p:nvSpPr>
        <p:spPr>
          <a:xfrm>
            <a:off x="722400" y="2086725"/>
            <a:ext cx="4136700" cy="1846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5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53"/>
        <p:cNvGrpSpPr/>
        <p:nvPr/>
      </p:nvGrpSpPr>
      <p:grpSpPr>
        <a:xfrm>
          <a:off x="0" y="0"/>
          <a:ext cx="0" cy="0"/>
          <a:chOff x="0" y="0"/>
          <a:chExt cx="0" cy="0"/>
        </a:xfrm>
      </p:grpSpPr>
      <p:pic>
        <p:nvPicPr>
          <p:cNvPr id="254" name="Google Shape;254;p13"/>
          <p:cNvPicPr preferRelativeResize="0"/>
          <p:nvPr/>
        </p:nvPicPr>
        <p:blipFill>
          <a:blip r:embed="rId2">
            <a:alphaModFix/>
          </a:blip>
          <a:stretch>
            <a:fillRect/>
          </a:stretch>
        </p:blipFill>
        <p:spPr>
          <a:xfrm rot="10800000">
            <a:off x="7924" y="0"/>
            <a:ext cx="9128151" cy="5143499"/>
          </a:xfrm>
          <a:prstGeom prst="rect">
            <a:avLst/>
          </a:prstGeom>
          <a:noFill/>
          <a:ln>
            <a:noFill/>
          </a:ln>
        </p:spPr>
      </p:pic>
      <p:grpSp>
        <p:nvGrpSpPr>
          <p:cNvPr id="255" name="Google Shape;255;p13"/>
          <p:cNvGrpSpPr/>
          <p:nvPr/>
        </p:nvGrpSpPr>
        <p:grpSpPr>
          <a:xfrm>
            <a:off x="-300" y="-12"/>
            <a:ext cx="9363175" cy="5143488"/>
            <a:chOff x="-300" y="-12"/>
            <a:chExt cx="9363175" cy="5143488"/>
          </a:xfrm>
        </p:grpSpPr>
        <p:sp>
          <p:nvSpPr>
            <p:cNvPr id="256" name="Google Shape;256;p13"/>
            <p:cNvSpPr/>
            <p:nvPr/>
          </p:nvSpPr>
          <p:spPr>
            <a:xfrm>
              <a:off x="8421575" y="3272075"/>
              <a:ext cx="7173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57" name="Google Shape;257;p13"/>
            <p:cNvSpPr/>
            <p:nvPr/>
          </p:nvSpPr>
          <p:spPr>
            <a:xfrm rot="5400000">
              <a:off x="-568800" y="568500"/>
              <a:ext cx="1759500" cy="6225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58" name="Google Shape;258;p13"/>
            <p:cNvSpPr/>
            <p:nvPr/>
          </p:nvSpPr>
          <p:spPr>
            <a:xfrm rot="10800000" flipH="1">
              <a:off x="0" y="-12"/>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259" name="Google Shape;259;p13"/>
            <p:cNvSpPr/>
            <p:nvPr/>
          </p:nvSpPr>
          <p:spPr>
            <a:xfrm>
              <a:off x="7480375" y="46543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260" name="Google Shape;260;p13"/>
          <p:cNvGrpSpPr/>
          <p:nvPr/>
        </p:nvGrpSpPr>
        <p:grpSpPr>
          <a:xfrm>
            <a:off x="-804387" y="-78325"/>
            <a:ext cx="11111225" cy="6776750"/>
            <a:chOff x="-804387" y="-78325"/>
            <a:chExt cx="11111225" cy="6776750"/>
          </a:xfrm>
        </p:grpSpPr>
        <p:sp>
          <p:nvSpPr>
            <p:cNvPr id="261" name="Google Shape;261;p13"/>
            <p:cNvSpPr/>
            <p:nvPr/>
          </p:nvSpPr>
          <p:spPr>
            <a:xfrm rot="10800000">
              <a:off x="5782225" y="-78325"/>
              <a:ext cx="3429000" cy="582600"/>
            </a:xfrm>
            <a:prstGeom prst="round1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262" name="Google Shape;262;p13"/>
            <p:cNvGrpSpPr/>
            <p:nvPr/>
          </p:nvGrpSpPr>
          <p:grpSpPr>
            <a:xfrm>
              <a:off x="-387025" y="1052225"/>
              <a:ext cx="910269" cy="2095500"/>
              <a:chOff x="7631225" y="2241175"/>
              <a:chExt cx="910269" cy="2095500"/>
            </a:xfrm>
          </p:grpSpPr>
          <p:cxnSp>
            <p:nvCxnSpPr>
              <p:cNvPr id="263" name="Google Shape;263;p13"/>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4" name="Google Shape;264;p13"/>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5" name="Google Shape;265;p13"/>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6" name="Google Shape;266;p13"/>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7" name="Google Shape;267;p13"/>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8" name="Google Shape;268;p13"/>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69" name="Google Shape;269;p13"/>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0" name="Google Shape;270;p13"/>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1" name="Google Shape;271;p13"/>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2" name="Google Shape;272;p13"/>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3" name="Google Shape;273;p13"/>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4" name="Google Shape;274;p13"/>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275" name="Google Shape;275;p13"/>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grpSp>
        <p:grpSp>
          <p:nvGrpSpPr>
            <p:cNvPr id="276" name="Google Shape;276;p13"/>
            <p:cNvGrpSpPr/>
            <p:nvPr/>
          </p:nvGrpSpPr>
          <p:grpSpPr>
            <a:xfrm>
              <a:off x="8421563" y="946050"/>
              <a:ext cx="1885275" cy="1884250"/>
              <a:chOff x="2609275" y="3149350"/>
              <a:chExt cx="1885275" cy="1884250"/>
            </a:xfrm>
          </p:grpSpPr>
          <p:sp>
            <p:nvSpPr>
              <p:cNvPr id="277" name="Google Shape;277;p13"/>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3"/>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3"/>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3"/>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3"/>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3"/>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3"/>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3"/>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3"/>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3"/>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3"/>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3"/>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3"/>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3"/>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3"/>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3"/>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3"/>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3"/>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3"/>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 name="Google Shape;296;p13"/>
            <p:cNvSpPr/>
            <p:nvPr/>
          </p:nvSpPr>
          <p:spPr>
            <a:xfrm rot="5400000">
              <a:off x="-804387" y="437260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7" name="Google Shape;297;p13"/>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298" name="Google Shape;298;p13"/>
          <p:cNvSpPr txBox="1">
            <a:spLocks noGrp="1"/>
          </p:cNvSpPr>
          <p:nvPr>
            <p:ph type="title" idx="2" hasCustomPrompt="1"/>
          </p:nvPr>
        </p:nvSpPr>
        <p:spPr>
          <a:xfrm>
            <a:off x="1522280" y="139395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99" name="Google Shape;299;p13"/>
          <p:cNvSpPr txBox="1">
            <a:spLocks noGrp="1"/>
          </p:cNvSpPr>
          <p:nvPr>
            <p:ph type="title" idx="3" hasCustomPrompt="1"/>
          </p:nvPr>
        </p:nvSpPr>
        <p:spPr>
          <a:xfrm>
            <a:off x="5238030" y="139395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0" name="Google Shape;300;p13"/>
          <p:cNvSpPr txBox="1">
            <a:spLocks noGrp="1"/>
          </p:cNvSpPr>
          <p:nvPr>
            <p:ph type="title" idx="4" hasCustomPrompt="1"/>
          </p:nvPr>
        </p:nvSpPr>
        <p:spPr>
          <a:xfrm>
            <a:off x="1522305" y="2494625"/>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1" name="Google Shape;301;p13"/>
          <p:cNvSpPr txBox="1">
            <a:spLocks noGrp="1"/>
          </p:cNvSpPr>
          <p:nvPr>
            <p:ph type="title" idx="5" hasCustomPrompt="1"/>
          </p:nvPr>
        </p:nvSpPr>
        <p:spPr>
          <a:xfrm>
            <a:off x="1522305" y="359530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2" name="Google Shape;302;p13"/>
          <p:cNvSpPr txBox="1">
            <a:spLocks noGrp="1"/>
          </p:cNvSpPr>
          <p:nvPr>
            <p:ph type="subTitle" idx="1"/>
          </p:nvPr>
        </p:nvSpPr>
        <p:spPr>
          <a:xfrm>
            <a:off x="2448393" y="151815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3" name="Google Shape;303;p13"/>
          <p:cNvSpPr txBox="1">
            <a:spLocks noGrp="1"/>
          </p:cNvSpPr>
          <p:nvPr>
            <p:ph type="subTitle" idx="6"/>
          </p:nvPr>
        </p:nvSpPr>
        <p:spPr>
          <a:xfrm>
            <a:off x="6164020" y="151815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4" name="Google Shape;304;p13"/>
          <p:cNvSpPr txBox="1">
            <a:spLocks noGrp="1"/>
          </p:cNvSpPr>
          <p:nvPr>
            <p:ph type="subTitle" idx="7"/>
          </p:nvPr>
        </p:nvSpPr>
        <p:spPr>
          <a:xfrm>
            <a:off x="2448393" y="2618825"/>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5" name="Google Shape;305;p13"/>
          <p:cNvSpPr txBox="1">
            <a:spLocks noGrp="1"/>
          </p:cNvSpPr>
          <p:nvPr>
            <p:ph type="subTitle" idx="8"/>
          </p:nvPr>
        </p:nvSpPr>
        <p:spPr>
          <a:xfrm>
            <a:off x="2448270" y="371950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6" name="Google Shape;306;p13"/>
          <p:cNvSpPr txBox="1">
            <a:spLocks noGrp="1"/>
          </p:cNvSpPr>
          <p:nvPr>
            <p:ph type="title" idx="9" hasCustomPrompt="1"/>
          </p:nvPr>
        </p:nvSpPr>
        <p:spPr>
          <a:xfrm>
            <a:off x="5237956" y="2494625"/>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7" name="Google Shape;307;p13"/>
          <p:cNvSpPr txBox="1">
            <a:spLocks noGrp="1"/>
          </p:cNvSpPr>
          <p:nvPr>
            <p:ph type="title" idx="13" hasCustomPrompt="1"/>
          </p:nvPr>
        </p:nvSpPr>
        <p:spPr>
          <a:xfrm>
            <a:off x="5237957" y="3595300"/>
            <a:ext cx="773700" cy="777300"/>
          </a:xfrm>
          <a:prstGeom prst="rect">
            <a:avLst/>
          </a:prstGeom>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308" name="Google Shape;308;p13"/>
          <p:cNvSpPr txBox="1">
            <a:spLocks noGrp="1"/>
          </p:cNvSpPr>
          <p:nvPr>
            <p:ph type="subTitle" idx="14"/>
          </p:nvPr>
        </p:nvSpPr>
        <p:spPr>
          <a:xfrm>
            <a:off x="6163931" y="2618825"/>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
        <p:nvSpPr>
          <p:cNvPr id="309" name="Google Shape;309;p13"/>
          <p:cNvSpPr txBox="1">
            <a:spLocks noGrp="1"/>
          </p:cNvSpPr>
          <p:nvPr>
            <p:ph type="subTitle" idx="15"/>
          </p:nvPr>
        </p:nvSpPr>
        <p:spPr>
          <a:xfrm>
            <a:off x="6163930" y="3719500"/>
            <a:ext cx="1457700" cy="5289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Font typeface="Montserrat"/>
              <a:buNone/>
              <a:defRPr sz="2000" b="1">
                <a:solidFill>
                  <a:schemeClr val="lt1"/>
                </a:solidFill>
                <a:latin typeface="Montserrat"/>
                <a:ea typeface="Montserrat"/>
                <a:cs typeface="Montserrat"/>
                <a:sym typeface="Montserrat"/>
              </a:defRPr>
            </a:lvl1pPr>
            <a:lvl2pPr lvl="1" algn="ctr" rtl="0">
              <a:spcBef>
                <a:spcPts val="0"/>
              </a:spcBef>
              <a:spcAft>
                <a:spcPts val="0"/>
              </a:spcAft>
              <a:buSzPts val="1200"/>
              <a:buFont typeface="Montserrat"/>
              <a:buNone/>
              <a:defRPr b="1">
                <a:latin typeface="Montserrat"/>
                <a:ea typeface="Montserrat"/>
                <a:cs typeface="Montserrat"/>
                <a:sym typeface="Montserrat"/>
              </a:defRPr>
            </a:lvl2pPr>
            <a:lvl3pPr lvl="2" algn="ctr" rtl="0">
              <a:spcBef>
                <a:spcPts val="0"/>
              </a:spcBef>
              <a:spcAft>
                <a:spcPts val="0"/>
              </a:spcAft>
              <a:buSzPts val="1200"/>
              <a:buFont typeface="Montserrat"/>
              <a:buNone/>
              <a:defRPr b="1">
                <a:latin typeface="Montserrat"/>
                <a:ea typeface="Montserrat"/>
                <a:cs typeface="Montserrat"/>
                <a:sym typeface="Montserrat"/>
              </a:defRPr>
            </a:lvl3pPr>
            <a:lvl4pPr lvl="3" algn="ctr" rtl="0">
              <a:spcBef>
                <a:spcPts val="0"/>
              </a:spcBef>
              <a:spcAft>
                <a:spcPts val="0"/>
              </a:spcAft>
              <a:buSzPts val="1200"/>
              <a:buFont typeface="Montserrat"/>
              <a:buNone/>
              <a:defRPr b="1">
                <a:latin typeface="Montserrat"/>
                <a:ea typeface="Montserrat"/>
                <a:cs typeface="Montserrat"/>
                <a:sym typeface="Montserrat"/>
              </a:defRPr>
            </a:lvl4pPr>
            <a:lvl5pPr lvl="4" algn="ctr" rtl="0">
              <a:spcBef>
                <a:spcPts val="0"/>
              </a:spcBef>
              <a:spcAft>
                <a:spcPts val="0"/>
              </a:spcAft>
              <a:buSzPts val="1200"/>
              <a:buFont typeface="Montserrat"/>
              <a:buNone/>
              <a:defRPr b="1">
                <a:latin typeface="Montserrat"/>
                <a:ea typeface="Montserrat"/>
                <a:cs typeface="Montserrat"/>
                <a:sym typeface="Montserrat"/>
              </a:defRPr>
            </a:lvl5pPr>
            <a:lvl6pPr lvl="5" algn="ctr" rtl="0">
              <a:spcBef>
                <a:spcPts val="0"/>
              </a:spcBef>
              <a:spcAft>
                <a:spcPts val="0"/>
              </a:spcAft>
              <a:buSzPts val="1200"/>
              <a:buFont typeface="Montserrat"/>
              <a:buNone/>
              <a:defRPr b="1">
                <a:latin typeface="Montserrat"/>
                <a:ea typeface="Montserrat"/>
                <a:cs typeface="Montserrat"/>
                <a:sym typeface="Montserrat"/>
              </a:defRPr>
            </a:lvl6pPr>
            <a:lvl7pPr lvl="6" algn="ctr" rtl="0">
              <a:spcBef>
                <a:spcPts val="0"/>
              </a:spcBef>
              <a:spcAft>
                <a:spcPts val="0"/>
              </a:spcAft>
              <a:buSzPts val="1200"/>
              <a:buFont typeface="Montserrat"/>
              <a:buNone/>
              <a:defRPr b="1">
                <a:latin typeface="Montserrat"/>
                <a:ea typeface="Montserrat"/>
                <a:cs typeface="Montserrat"/>
                <a:sym typeface="Montserrat"/>
              </a:defRPr>
            </a:lvl7pPr>
            <a:lvl8pPr lvl="7" algn="ctr" rtl="0">
              <a:spcBef>
                <a:spcPts val="0"/>
              </a:spcBef>
              <a:spcAft>
                <a:spcPts val="0"/>
              </a:spcAft>
              <a:buSzPts val="1200"/>
              <a:buFont typeface="Montserrat"/>
              <a:buNone/>
              <a:defRPr b="1">
                <a:latin typeface="Montserrat"/>
                <a:ea typeface="Montserrat"/>
                <a:cs typeface="Montserrat"/>
                <a:sym typeface="Montserrat"/>
              </a:defRPr>
            </a:lvl8pPr>
            <a:lvl9pPr lvl="8" algn="ctr" rtl="0">
              <a:spcBef>
                <a:spcPts val="0"/>
              </a:spcBef>
              <a:spcAft>
                <a:spcPts val="0"/>
              </a:spcAft>
              <a:buSzPts val="1200"/>
              <a:buFont typeface="Montserrat"/>
              <a:buNone/>
              <a:defRPr b="1">
                <a:latin typeface="Montserrat"/>
                <a:ea typeface="Montserrat"/>
                <a:cs typeface="Montserrat"/>
                <a:sym typeface="Montserrat"/>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8_1">
    <p:spTree>
      <p:nvGrpSpPr>
        <p:cNvPr id="1" name="Shape 877"/>
        <p:cNvGrpSpPr/>
        <p:nvPr/>
      </p:nvGrpSpPr>
      <p:grpSpPr>
        <a:xfrm>
          <a:off x="0" y="0"/>
          <a:ext cx="0" cy="0"/>
          <a:chOff x="0" y="0"/>
          <a:chExt cx="0" cy="0"/>
        </a:xfrm>
      </p:grpSpPr>
      <p:pic>
        <p:nvPicPr>
          <p:cNvPr id="878" name="Google Shape;878;p32"/>
          <p:cNvPicPr preferRelativeResize="0"/>
          <p:nvPr/>
        </p:nvPicPr>
        <p:blipFill>
          <a:blip r:embed="rId2">
            <a:alphaModFix/>
          </a:blip>
          <a:stretch>
            <a:fillRect/>
          </a:stretch>
        </p:blipFill>
        <p:spPr>
          <a:xfrm rot="10800000">
            <a:off x="7924" y="0"/>
            <a:ext cx="9128151" cy="514349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8_1_1">
    <p:spTree>
      <p:nvGrpSpPr>
        <p:cNvPr id="1" name="Shape 879"/>
        <p:cNvGrpSpPr/>
        <p:nvPr/>
      </p:nvGrpSpPr>
      <p:grpSpPr>
        <a:xfrm>
          <a:off x="0" y="0"/>
          <a:ext cx="0" cy="0"/>
          <a:chOff x="0" y="0"/>
          <a:chExt cx="0" cy="0"/>
        </a:xfrm>
      </p:grpSpPr>
      <p:pic>
        <p:nvPicPr>
          <p:cNvPr id="880" name="Google Shape;880;p33"/>
          <p:cNvPicPr preferRelativeResize="0"/>
          <p:nvPr/>
        </p:nvPicPr>
        <p:blipFill>
          <a:blip r:embed="rId2">
            <a:alphaModFix/>
          </a:blip>
          <a:stretch>
            <a:fillRect/>
          </a:stretch>
        </p:blipFill>
        <p:spPr>
          <a:xfrm rot="10800000" flipH="1">
            <a:off x="7924" y="0"/>
            <a:ext cx="9128151" cy="5143499"/>
          </a:xfrm>
          <a:prstGeom prst="rect">
            <a:avLst/>
          </a:prstGeom>
          <a:noFill/>
          <a:ln>
            <a:noFill/>
          </a:ln>
        </p:spPr>
      </p:pic>
      <p:grpSp>
        <p:nvGrpSpPr>
          <p:cNvPr id="881" name="Google Shape;881;p33"/>
          <p:cNvGrpSpPr/>
          <p:nvPr/>
        </p:nvGrpSpPr>
        <p:grpSpPr>
          <a:xfrm>
            <a:off x="0" y="-25"/>
            <a:ext cx="9552075" cy="5143375"/>
            <a:chOff x="0" y="-25"/>
            <a:chExt cx="9552075" cy="5143375"/>
          </a:xfrm>
        </p:grpSpPr>
        <p:sp>
          <p:nvSpPr>
            <p:cNvPr id="882" name="Google Shape;882;p33"/>
            <p:cNvSpPr/>
            <p:nvPr/>
          </p:nvSpPr>
          <p:spPr>
            <a:xfrm>
              <a:off x="0" y="0"/>
              <a:ext cx="722400" cy="24021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83" name="Google Shape;883;p33"/>
            <p:cNvSpPr/>
            <p:nvPr/>
          </p:nvSpPr>
          <p:spPr>
            <a:xfrm flipH="1">
              <a:off x="6943500" y="4306950"/>
              <a:ext cx="2200500" cy="8364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84" name="Google Shape;884;p33"/>
            <p:cNvSpPr/>
            <p:nvPr/>
          </p:nvSpPr>
          <p:spPr>
            <a:xfrm rot="10800000" flipH="1">
              <a:off x="0" y="-25"/>
              <a:ext cx="2263500" cy="8421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885" name="Google Shape;885;p33"/>
            <p:cNvSpPr/>
            <p:nvPr/>
          </p:nvSpPr>
          <p:spPr>
            <a:xfrm>
              <a:off x="766957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886" name="Google Shape;886;p33"/>
          <p:cNvGrpSpPr/>
          <p:nvPr/>
        </p:nvGrpSpPr>
        <p:grpSpPr>
          <a:xfrm>
            <a:off x="489563" y="-211525"/>
            <a:ext cx="8425113" cy="6291588"/>
            <a:chOff x="489563" y="-211525"/>
            <a:chExt cx="8425113" cy="6291588"/>
          </a:xfrm>
        </p:grpSpPr>
        <p:grpSp>
          <p:nvGrpSpPr>
            <p:cNvPr id="887" name="Google Shape;887;p33"/>
            <p:cNvGrpSpPr/>
            <p:nvPr/>
          </p:nvGrpSpPr>
          <p:grpSpPr>
            <a:xfrm>
              <a:off x="489563" y="4195813"/>
              <a:ext cx="1885275" cy="1884250"/>
              <a:chOff x="2609275" y="3149350"/>
              <a:chExt cx="1885275" cy="1884250"/>
            </a:xfrm>
          </p:grpSpPr>
          <p:sp>
            <p:nvSpPr>
              <p:cNvPr id="888" name="Google Shape;888;p33"/>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3"/>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3"/>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3"/>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3"/>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3"/>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3"/>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3"/>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3"/>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3"/>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3"/>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3"/>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3"/>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3"/>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3"/>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3"/>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3"/>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3"/>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3"/>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33"/>
            <p:cNvGrpSpPr/>
            <p:nvPr/>
          </p:nvGrpSpPr>
          <p:grpSpPr>
            <a:xfrm>
              <a:off x="7928550" y="-211525"/>
              <a:ext cx="986125" cy="2095500"/>
              <a:chOff x="7631225" y="2241175"/>
              <a:chExt cx="986125" cy="2095500"/>
            </a:xfrm>
          </p:grpSpPr>
          <p:cxnSp>
            <p:nvCxnSpPr>
              <p:cNvPr id="908" name="Google Shape;908;p33"/>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09" name="Google Shape;909;p33"/>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0" name="Google Shape;910;p33"/>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1" name="Google Shape;911;p33"/>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2" name="Google Shape;912;p33"/>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3" name="Google Shape;913;p33"/>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4" name="Google Shape;914;p33"/>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5" name="Google Shape;915;p33"/>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6" name="Google Shape;916;p33"/>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7" name="Google Shape;917;p33"/>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8" name="Google Shape;918;p33"/>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19" name="Google Shape;919;p33"/>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0" name="Google Shape;920;p33"/>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21" name="Google Shape;921;p33"/>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2375" y="539500"/>
            <a:ext cx="76992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1pPr>
            <a:lvl2pPr lvl="1">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22375" y="1187600"/>
            <a:ext cx="76992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1pPr>
            <a:lvl2pPr marL="914400" lvl="1"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2pPr>
            <a:lvl3pPr marL="1371600" lvl="2"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3pPr>
            <a:lvl4pPr marL="1828800" lvl="3"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4pPr>
            <a:lvl5pPr marL="2286000" lvl="4"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5pPr>
            <a:lvl6pPr marL="2743200" lvl="5"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6pPr>
            <a:lvl7pPr marL="3200400" lvl="6"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7pPr>
            <a:lvl8pPr marL="3657600" lvl="7"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8pPr>
            <a:lvl9pPr marL="4114800" lvl="8" indent="-304800">
              <a:lnSpc>
                <a:spcPct val="100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8" r:id="rId5"/>
    <p:sldLayoutId id="2147483659" r:id="rId6"/>
    <p:sldLayoutId id="2147483678" r:id="rId7"/>
    <p:sldLayoutId id="214748367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37"/>
          <p:cNvSpPr txBox="1">
            <a:spLocks noGrp="1"/>
          </p:cNvSpPr>
          <p:nvPr>
            <p:ph type="ctrTitle"/>
          </p:nvPr>
        </p:nvSpPr>
        <p:spPr>
          <a:xfrm>
            <a:off x="2308350" y="1494300"/>
            <a:ext cx="4527300" cy="1710300"/>
          </a:xfrm>
          <a:prstGeom prst="rect">
            <a:avLst/>
          </a:prstGeom>
        </p:spPr>
        <p:txBody>
          <a:bodyPr spcFirstLastPara="1" wrap="square" lIns="91425" tIns="91425" rIns="91425" bIns="91425" anchor="b" anchorCtr="0">
            <a:noAutofit/>
          </a:bodyPr>
          <a:lstStyle/>
          <a:p>
            <a:r>
              <a:rPr lang="en-US" sz="4400" dirty="0"/>
              <a:t>Air Pure Innovations</a:t>
            </a:r>
            <a:br>
              <a:rPr lang="en-US" sz="4400" dirty="0"/>
            </a:br>
            <a:r>
              <a:rPr lang="en" sz="4100" b="0" dirty="0"/>
              <a:t>Annual Report</a:t>
            </a:r>
            <a:endParaRPr sz="4100" b="0" dirty="0"/>
          </a:p>
        </p:txBody>
      </p:sp>
      <p:sp>
        <p:nvSpPr>
          <p:cNvPr id="933" name="Google Shape;933;p37"/>
          <p:cNvSpPr txBox="1">
            <a:spLocks noGrp="1"/>
          </p:cNvSpPr>
          <p:nvPr>
            <p:ph type="subTitle" idx="1"/>
          </p:nvPr>
        </p:nvSpPr>
        <p:spPr>
          <a:xfrm>
            <a:off x="2308350" y="3204600"/>
            <a:ext cx="4527300" cy="444600"/>
          </a:xfrm>
          <a:prstGeom prst="rect">
            <a:avLst/>
          </a:prstGeom>
        </p:spPr>
        <p:txBody>
          <a:bodyPr spcFirstLastPara="1" wrap="square" lIns="91425" tIns="91425" rIns="91425" bIns="91425" anchor="t" anchorCtr="0">
            <a:noAutofit/>
          </a:bodyPr>
          <a:lstStyle/>
          <a:p>
            <a:pPr marL="0" indent="0"/>
            <a:r>
              <a:rPr lang="en-US" dirty="0"/>
              <a:t>"Arise, awake, and stop not until the goal is reached.“</a:t>
            </a:r>
          </a:p>
          <a:p>
            <a:pPr marL="0" indent="0" algn="r"/>
            <a:r>
              <a:rPr lang="en-US" dirty="0"/>
              <a:t>-Swami Vivekananda</a:t>
            </a:r>
          </a:p>
          <a:p>
            <a:pPr marL="0" indent="0"/>
            <a:endParaRPr lang="en-US" dirty="0"/>
          </a:p>
          <a:p>
            <a:pPr marL="0" lvl="0" indent="0" algn="ctr" rtl="0">
              <a:spcBef>
                <a:spcPts val="0"/>
              </a:spcBef>
              <a:spcAft>
                <a:spcPts val="0"/>
              </a:spcAft>
              <a:buNone/>
            </a:pPr>
            <a:endParaRPr dirty="0"/>
          </a:p>
        </p:txBody>
      </p:sp>
      <p:grpSp>
        <p:nvGrpSpPr>
          <p:cNvPr id="934" name="Google Shape;934;p37"/>
          <p:cNvGrpSpPr/>
          <p:nvPr/>
        </p:nvGrpSpPr>
        <p:grpSpPr>
          <a:xfrm>
            <a:off x="5524419" y="2241175"/>
            <a:ext cx="3619432" cy="2902209"/>
            <a:chOff x="5524419" y="2241175"/>
            <a:chExt cx="3619432" cy="2902209"/>
          </a:xfrm>
        </p:grpSpPr>
        <p:grpSp>
          <p:nvGrpSpPr>
            <p:cNvPr id="935" name="Google Shape;935;p37"/>
            <p:cNvGrpSpPr/>
            <p:nvPr/>
          </p:nvGrpSpPr>
          <p:grpSpPr>
            <a:xfrm>
              <a:off x="5524419" y="4160759"/>
              <a:ext cx="3619432" cy="982624"/>
              <a:chOff x="4986600" y="4014825"/>
              <a:chExt cx="4157400" cy="1128675"/>
            </a:xfrm>
          </p:grpSpPr>
          <p:sp>
            <p:nvSpPr>
              <p:cNvPr id="936" name="Google Shape;936;p37"/>
              <p:cNvSpPr/>
              <p:nvPr/>
            </p:nvSpPr>
            <p:spPr>
              <a:xfrm flipH="1">
                <a:off x="5715000" y="4014825"/>
                <a:ext cx="3429000" cy="11286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937" name="Google Shape;937;p37"/>
              <p:cNvSpPr/>
              <p:nvPr/>
            </p:nvSpPr>
            <p:spPr>
              <a:xfrm flipH="1">
                <a:off x="4986600" y="4527300"/>
                <a:ext cx="4157400" cy="616200"/>
              </a:xfrm>
              <a:prstGeom prst="round1Rect">
                <a:avLst>
                  <a:gd name="adj" fmla="val 50000"/>
                </a:avLst>
              </a:prstGeom>
              <a:solidFill>
                <a:srgbClr val="63DBF5">
                  <a:alpha val="689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grpSp>
          <p:nvGrpSpPr>
            <p:cNvPr id="938" name="Google Shape;938;p37"/>
            <p:cNvGrpSpPr/>
            <p:nvPr/>
          </p:nvGrpSpPr>
          <p:grpSpPr>
            <a:xfrm>
              <a:off x="7631225" y="2241175"/>
              <a:ext cx="986125" cy="2095500"/>
              <a:chOff x="7631225" y="2241175"/>
              <a:chExt cx="986125" cy="2095500"/>
            </a:xfrm>
          </p:grpSpPr>
          <p:cxnSp>
            <p:nvCxnSpPr>
              <p:cNvPr id="939" name="Google Shape;939;p37"/>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0" name="Google Shape;940;p37"/>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1" name="Google Shape;941;p37"/>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2" name="Google Shape;942;p37"/>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3" name="Google Shape;943;p37"/>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4" name="Google Shape;944;p37"/>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5" name="Google Shape;945;p37"/>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6" name="Google Shape;946;p37"/>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7" name="Google Shape;947;p37"/>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8" name="Google Shape;948;p37"/>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49" name="Google Shape;949;p37"/>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50" name="Google Shape;950;p37"/>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51" name="Google Shape;951;p37"/>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952" name="Google Shape;952;p37"/>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grpSp>
        <p:nvGrpSpPr>
          <p:cNvPr id="953" name="Google Shape;953;p37"/>
          <p:cNvGrpSpPr/>
          <p:nvPr/>
        </p:nvGrpSpPr>
        <p:grpSpPr>
          <a:xfrm>
            <a:off x="-630087" y="1859288"/>
            <a:ext cx="2893588" cy="3284238"/>
            <a:chOff x="-630087" y="1859288"/>
            <a:chExt cx="2893588" cy="3284238"/>
          </a:xfrm>
        </p:grpSpPr>
        <p:sp>
          <p:nvSpPr>
            <p:cNvPr id="954" name="Google Shape;954;p37"/>
            <p:cNvSpPr/>
            <p:nvPr/>
          </p:nvSpPr>
          <p:spPr>
            <a:xfrm>
              <a:off x="0" y="3272100"/>
              <a:ext cx="1255200" cy="1871400"/>
            </a:xfrm>
            <a:prstGeom prst="rect">
              <a:avLst/>
            </a:prstGeom>
            <a:solidFill>
              <a:srgbClr val="63DBF5">
                <a:alpha val="68990"/>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Maven Pro"/>
                <a:ea typeface="Maven Pro"/>
                <a:cs typeface="Maven Pro"/>
                <a:sym typeface="Maven Pro"/>
              </a:endParaRPr>
            </a:p>
          </p:txBody>
        </p:sp>
        <p:sp>
          <p:nvSpPr>
            <p:cNvPr id="955" name="Google Shape;955;p37"/>
            <p:cNvSpPr/>
            <p:nvPr/>
          </p:nvSpPr>
          <p:spPr>
            <a:xfrm>
              <a:off x="0" y="4829725"/>
              <a:ext cx="2263500" cy="313800"/>
            </a:xfrm>
            <a:prstGeom prst="round1Rect">
              <a:avLst>
                <a:gd name="adj" fmla="val 50000"/>
              </a:avLst>
            </a:prstGeom>
            <a:solidFill>
              <a:srgbClr val="006DF5">
                <a:alpha val="405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956" name="Google Shape;956;p37"/>
            <p:cNvGrpSpPr/>
            <p:nvPr/>
          </p:nvGrpSpPr>
          <p:grpSpPr>
            <a:xfrm>
              <a:off x="-630087" y="1859288"/>
              <a:ext cx="1885275" cy="1884250"/>
              <a:chOff x="2609275" y="3149350"/>
              <a:chExt cx="1885275" cy="1884250"/>
            </a:xfrm>
          </p:grpSpPr>
          <p:sp>
            <p:nvSpPr>
              <p:cNvPr id="957" name="Google Shape;957;p37"/>
              <p:cNvSpPr/>
              <p:nvPr/>
            </p:nvSpPr>
            <p:spPr>
              <a:xfrm>
                <a:off x="3923900" y="3224950"/>
                <a:ext cx="494025" cy="495025"/>
              </a:xfrm>
              <a:custGeom>
                <a:avLst/>
                <a:gdLst/>
                <a:ahLst/>
                <a:cxnLst/>
                <a:rect l="l" t="t" r="r" b="b"/>
                <a:pathLst>
                  <a:path w="19761" h="19801" extrusionOk="0">
                    <a:moveTo>
                      <a:pt x="485" y="202"/>
                    </a:moveTo>
                    <a:cubicBezTo>
                      <a:pt x="323" y="162"/>
                      <a:pt x="162" y="81"/>
                      <a:pt x="1" y="1"/>
                    </a:cubicBezTo>
                    <a:lnTo>
                      <a:pt x="19761" y="19801"/>
                    </a:lnTo>
                    <a:cubicBezTo>
                      <a:pt x="19720" y="19640"/>
                      <a:pt x="19640" y="19478"/>
                      <a:pt x="19559" y="19317"/>
                    </a:cubicBezTo>
                    <a:lnTo>
                      <a:pt x="485" y="20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7"/>
              <p:cNvSpPr/>
              <p:nvPr/>
            </p:nvSpPr>
            <p:spPr>
              <a:xfrm>
                <a:off x="3725300" y="3164475"/>
                <a:ext cx="753125" cy="753100"/>
              </a:xfrm>
              <a:custGeom>
                <a:avLst/>
                <a:gdLst/>
                <a:ahLst/>
                <a:cxnLst/>
                <a:rect l="l" t="t" r="r" b="b"/>
                <a:pathLst>
                  <a:path w="30125" h="30124" extrusionOk="0">
                    <a:moveTo>
                      <a:pt x="323" y="81"/>
                    </a:moveTo>
                    <a:cubicBezTo>
                      <a:pt x="202" y="41"/>
                      <a:pt x="122" y="41"/>
                      <a:pt x="1" y="0"/>
                    </a:cubicBezTo>
                    <a:lnTo>
                      <a:pt x="30124" y="30124"/>
                    </a:lnTo>
                    <a:cubicBezTo>
                      <a:pt x="30084" y="30043"/>
                      <a:pt x="30084" y="29922"/>
                      <a:pt x="30043" y="29801"/>
                    </a:cubicBezTo>
                    <a:lnTo>
                      <a:pt x="323" y="8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7"/>
              <p:cNvSpPr/>
              <p:nvPr/>
            </p:nvSpPr>
            <p:spPr>
              <a:xfrm>
                <a:off x="3572075" y="3149350"/>
                <a:ext cx="922475" cy="922475"/>
              </a:xfrm>
              <a:custGeom>
                <a:avLst/>
                <a:gdLst/>
                <a:ahLst/>
                <a:cxnLst/>
                <a:rect l="l" t="t" r="r" b="b"/>
                <a:pathLst>
                  <a:path w="36899" h="36899" extrusionOk="0">
                    <a:moveTo>
                      <a:pt x="282" y="0"/>
                    </a:moveTo>
                    <a:cubicBezTo>
                      <a:pt x="161" y="0"/>
                      <a:pt x="81" y="0"/>
                      <a:pt x="0" y="0"/>
                    </a:cubicBezTo>
                    <a:lnTo>
                      <a:pt x="36898" y="36899"/>
                    </a:lnTo>
                    <a:cubicBezTo>
                      <a:pt x="36898" y="36778"/>
                      <a:pt x="36898" y="36697"/>
                      <a:pt x="36858" y="36616"/>
                    </a:cubicBezTo>
                    <a:lnTo>
                      <a:pt x="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7"/>
              <p:cNvSpPr/>
              <p:nvPr/>
            </p:nvSpPr>
            <p:spPr>
              <a:xfrm>
                <a:off x="3440000" y="3154400"/>
                <a:ext cx="1048500" cy="1048500"/>
              </a:xfrm>
              <a:custGeom>
                <a:avLst/>
                <a:gdLst/>
                <a:ahLst/>
                <a:cxnLst/>
                <a:rect l="l" t="t" r="r" b="b"/>
                <a:pathLst>
                  <a:path w="41940" h="41940" extrusionOk="0">
                    <a:moveTo>
                      <a:pt x="242" y="0"/>
                    </a:moveTo>
                    <a:cubicBezTo>
                      <a:pt x="162" y="40"/>
                      <a:pt x="81" y="40"/>
                      <a:pt x="0" y="40"/>
                    </a:cubicBezTo>
                    <a:lnTo>
                      <a:pt x="41899" y="41939"/>
                    </a:lnTo>
                    <a:cubicBezTo>
                      <a:pt x="41899" y="41858"/>
                      <a:pt x="41939" y="41778"/>
                      <a:pt x="41939" y="4169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7"/>
              <p:cNvSpPr/>
              <p:nvPr/>
            </p:nvSpPr>
            <p:spPr>
              <a:xfrm>
                <a:off x="3323050" y="3175550"/>
                <a:ext cx="1145275" cy="1144275"/>
              </a:xfrm>
              <a:custGeom>
                <a:avLst/>
                <a:gdLst/>
                <a:ahLst/>
                <a:cxnLst/>
                <a:rect l="l" t="t" r="r" b="b"/>
                <a:pathLst>
                  <a:path w="45811" h="45771" extrusionOk="0">
                    <a:moveTo>
                      <a:pt x="243" y="1"/>
                    </a:moveTo>
                    <a:cubicBezTo>
                      <a:pt x="162" y="1"/>
                      <a:pt x="81" y="41"/>
                      <a:pt x="1" y="41"/>
                    </a:cubicBezTo>
                    <a:lnTo>
                      <a:pt x="45730" y="45771"/>
                    </a:lnTo>
                    <a:cubicBezTo>
                      <a:pt x="45771" y="45690"/>
                      <a:pt x="45771" y="45610"/>
                      <a:pt x="45811" y="455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7"/>
              <p:cNvSpPr/>
              <p:nvPr/>
            </p:nvSpPr>
            <p:spPr>
              <a:xfrm>
                <a:off x="3218200" y="3207825"/>
                <a:ext cx="1216875" cy="1216850"/>
              </a:xfrm>
              <a:custGeom>
                <a:avLst/>
                <a:gdLst/>
                <a:ahLst/>
                <a:cxnLst/>
                <a:rect l="l" t="t" r="r" b="b"/>
                <a:pathLst>
                  <a:path w="48675" h="48674" extrusionOk="0">
                    <a:moveTo>
                      <a:pt x="202" y="0"/>
                    </a:moveTo>
                    <a:cubicBezTo>
                      <a:pt x="122" y="0"/>
                      <a:pt x="81" y="41"/>
                      <a:pt x="1" y="81"/>
                    </a:cubicBezTo>
                    <a:lnTo>
                      <a:pt x="48593" y="48674"/>
                    </a:lnTo>
                    <a:cubicBezTo>
                      <a:pt x="48634" y="48633"/>
                      <a:pt x="48674" y="48553"/>
                      <a:pt x="48674" y="48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7"/>
              <p:cNvSpPr/>
              <p:nvPr/>
            </p:nvSpPr>
            <p:spPr>
              <a:xfrm>
                <a:off x="3122425" y="3249150"/>
                <a:ext cx="1271300" cy="1271300"/>
              </a:xfrm>
              <a:custGeom>
                <a:avLst/>
                <a:gdLst/>
                <a:ahLst/>
                <a:cxnLst/>
                <a:rect l="l" t="t" r="r" b="b"/>
                <a:pathLst>
                  <a:path w="50852" h="50852" extrusionOk="0">
                    <a:moveTo>
                      <a:pt x="202" y="1"/>
                    </a:moveTo>
                    <a:cubicBezTo>
                      <a:pt x="122" y="41"/>
                      <a:pt x="81" y="81"/>
                      <a:pt x="1" y="122"/>
                    </a:cubicBezTo>
                    <a:lnTo>
                      <a:pt x="50771" y="50852"/>
                    </a:lnTo>
                    <a:cubicBezTo>
                      <a:pt x="50771" y="50811"/>
                      <a:pt x="50811" y="50731"/>
                      <a:pt x="50852" y="5069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7"/>
              <p:cNvSpPr/>
              <p:nvPr/>
            </p:nvSpPr>
            <p:spPr>
              <a:xfrm>
                <a:off x="3035725" y="3299550"/>
                <a:ext cx="1307600" cy="1308625"/>
              </a:xfrm>
              <a:custGeom>
                <a:avLst/>
                <a:gdLst/>
                <a:ahLst/>
                <a:cxnLst/>
                <a:rect l="l" t="t" r="r" b="b"/>
                <a:pathLst>
                  <a:path w="52304" h="52345" extrusionOk="0">
                    <a:moveTo>
                      <a:pt x="162" y="1"/>
                    </a:moveTo>
                    <a:cubicBezTo>
                      <a:pt x="81" y="41"/>
                      <a:pt x="41" y="82"/>
                      <a:pt x="1" y="122"/>
                    </a:cubicBezTo>
                    <a:lnTo>
                      <a:pt x="52182" y="52344"/>
                    </a:lnTo>
                    <a:cubicBezTo>
                      <a:pt x="52223" y="52263"/>
                      <a:pt x="52263" y="52223"/>
                      <a:pt x="52303" y="5218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7"/>
              <p:cNvSpPr/>
              <p:nvPr/>
            </p:nvSpPr>
            <p:spPr>
              <a:xfrm>
                <a:off x="2956075" y="3358025"/>
                <a:ext cx="1328775" cy="1329775"/>
              </a:xfrm>
              <a:custGeom>
                <a:avLst/>
                <a:gdLst/>
                <a:ahLst/>
                <a:cxnLst/>
                <a:rect l="l" t="t" r="r" b="b"/>
                <a:pathLst>
                  <a:path w="53151" h="53191" extrusionOk="0">
                    <a:moveTo>
                      <a:pt x="122" y="1"/>
                    </a:moveTo>
                    <a:cubicBezTo>
                      <a:pt x="82" y="41"/>
                      <a:pt x="41" y="82"/>
                      <a:pt x="1" y="122"/>
                    </a:cubicBezTo>
                    <a:lnTo>
                      <a:pt x="53030" y="53191"/>
                    </a:lnTo>
                    <a:cubicBezTo>
                      <a:pt x="53070" y="53110"/>
                      <a:pt x="53110" y="53070"/>
                      <a:pt x="53151" y="53030"/>
                    </a:cubicBezTo>
                    <a:lnTo>
                      <a:pt x="12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7"/>
              <p:cNvSpPr/>
              <p:nvPr/>
            </p:nvSpPr>
            <p:spPr>
              <a:xfrm>
                <a:off x="2883500" y="3422550"/>
                <a:ext cx="1336825" cy="1336825"/>
              </a:xfrm>
              <a:custGeom>
                <a:avLst/>
                <a:gdLst/>
                <a:ahLst/>
                <a:cxnLst/>
                <a:rect l="l" t="t" r="r" b="b"/>
                <a:pathLst>
                  <a:path w="53473" h="53473" extrusionOk="0">
                    <a:moveTo>
                      <a:pt x="121" y="1"/>
                    </a:moveTo>
                    <a:cubicBezTo>
                      <a:pt x="121" y="1"/>
                      <a:pt x="81" y="81"/>
                      <a:pt x="81" y="81"/>
                    </a:cubicBezTo>
                    <a:cubicBezTo>
                      <a:pt x="41" y="122"/>
                      <a:pt x="0" y="122"/>
                      <a:pt x="0" y="162"/>
                    </a:cubicBezTo>
                    <a:lnTo>
                      <a:pt x="53311" y="53473"/>
                    </a:lnTo>
                    <a:cubicBezTo>
                      <a:pt x="53311" y="53473"/>
                      <a:pt x="53392" y="53433"/>
                      <a:pt x="53392" y="53433"/>
                    </a:cubicBezTo>
                    <a:cubicBezTo>
                      <a:pt x="53432" y="53392"/>
                      <a:pt x="53432" y="53392"/>
                      <a:pt x="53473" y="533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7"/>
              <p:cNvSpPr/>
              <p:nvPr/>
            </p:nvSpPr>
            <p:spPr>
              <a:xfrm>
                <a:off x="2817975" y="3495150"/>
                <a:ext cx="1329775" cy="1329775"/>
              </a:xfrm>
              <a:custGeom>
                <a:avLst/>
                <a:gdLst/>
                <a:ahLst/>
                <a:cxnLst/>
                <a:rect l="l" t="t" r="r" b="b"/>
                <a:pathLst>
                  <a:path w="53191" h="53191" extrusionOk="0">
                    <a:moveTo>
                      <a:pt x="121" y="0"/>
                    </a:moveTo>
                    <a:cubicBezTo>
                      <a:pt x="81" y="41"/>
                      <a:pt x="41" y="121"/>
                      <a:pt x="0" y="161"/>
                    </a:cubicBezTo>
                    <a:lnTo>
                      <a:pt x="53029" y="53190"/>
                    </a:lnTo>
                    <a:cubicBezTo>
                      <a:pt x="53110" y="53150"/>
                      <a:pt x="53150" y="53109"/>
                      <a:pt x="53190" y="53069"/>
                    </a:cubicBezTo>
                    <a:lnTo>
                      <a:pt x="1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7"/>
              <p:cNvSpPr/>
              <p:nvPr/>
            </p:nvSpPr>
            <p:spPr>
              <a:xfrm>
                <a:off x="2760500" y="3574775"/>
                <a:ext cx="1307600" cy="1308625"/>
              </a:xfrm>
              <a:custGeom>
                <a:avLst/>
                <a:gdLst/>
                <a:ahLst/>
                <a:cxnLst/>
                <a:rect l="l" t="t" r="r" b="b"/>
                <a:pathLst>
                  <a:path w="52304" h="52345" extrusionOk="0">
                    <a:moveTo>
                      <a:pt x="81" y="1"/>
                    </a:moveTo>
                    <a:cubicBezTo>
                      <a:pt x="41" y="82"/>
                      <a:pt x="41" y="122"/>
                      <a:pt x="1" y="162"/>
                    </a:cubicBezTo>
                    <a:lnTo>
                      <a:pt x="52142" y="52344"/>
                    </a:lnTo>
                    <a:cubicBezTo>
                      <a:pt x="52182" y="52304"/>
                      <a:pt x="52263" y="52263"/>
                      <a:pt x="52303" y="522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7"/>
              <p:cNvSpPr/>
              <p:nvPr/>
            </p:nvSpPr>
            <p:spPr>
              <a:xfrm>
                <a:off x="2710100" y="3662500"/>
                <a:ext cx="1271300" cy="1271300"/>
              </a:xfrm>
              <a:custGeom>
                <a:avLst/>
                <a:gdLst/>
                <a:ahLst/>
                <a:cxnLst/>
                <a:rect l="l" t="t" r="r" b="b"/>
                <a:pathLst>
                  <a:path w="50852" h="50852" extrusionOk="0">
                    <a:moveTo>
                      <a:pt x="81" y="0"/>
                    </a:moveTo>
                    <a:cubicBezTo>
                      <a:pt x="41" y="41"/>
                      <a:pt x="41" y="121"/>
                      <a:pt x="0" y="162"/>
                    </a:cubicBezTo>
                    <a:lnTo>
                      <a:pt x="50650" y="50851"/>
                    </a:lnTo>
                    <a:cubicBezTo>
                      <a:pt x="50690" y="50811"/>
                      <a:pt x="50771" y="50771"/>
                      <a:pt x="50851" y="50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7"/>
              <p:cNvSpPr/>
              <p:nvPr/>
            </p:nvSpPr>
            <p:spPr>
              <a:xfrm>
                <a:off x="2667750" y="3758275"/>
                <a:ext cx="1216875" cy="1216850"/>
              </a:xfrm>
              <a:custGeom>
                <a:avLst/>
                <a:gdLst/>
                <a:ahLst/>
                <a:cxnLst/>
                <a:rect l="l" t="t" r="r" b="b"/>
                <a:pathLst>
                  <a:path w="48675" h="48674" extrusionOk="0">
                    <a:moveTo>
                      <a:pt x="81" y="0"/>
                    </a:moveTo>
                    <a:cubicBezTo>
                      <a:pt x="41" y="41"/>
                      <a:pt x="41" y="121"/>
                      <a:pt x="1" y="202"/>
                    </a:cubicBezTo>
                    <a:lnTo>
                      <a:pt x="48513" y="48674"/>
                    </a:lnTo>
                    <a:cubicBezTo>
                      <a:pt x="48553" y="48633"/>
                      <a:pt x="48634" y="48633"/>
                      <a:pt x="48674" y="4859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7"/>
              <p:cNvSpPr/>
              <p:nvPr/>
            </p:nvSpPr>
            <p:spPr>
              <a:xfrm>
                <a:off x="2635500" y="3863125"/>
                <a:ext cx="1144275" cy="1144275"/>
              </a:xfrm>
              <a:custGeom>
                <a:avLst/>
                <a:gdLst/>
                <a:ahLst/>
                <a:cxnLst/>
                <a:rect l="l" t="t" r="r" b="b"/>
                <a:pathLst>
                  <a:path w="45771" h="45771" extrusionOk="0">
                    <a:moveTo>
                      <a:pt x="41" y="0"/>
                    </a:moveTo>
                    <a:cubicBezTo>
                      <a:pt x="41" y="81"/>
                      <a:pt x="0" y="121"/>
                      <a:pt x="0" y="202"/>
                    </a:cubicBezTo>
                    <a:lnTo>
                      <a:pt x="45569" y="45770"/>
                    </a:lnTo>
                    <a:cubicBezTo>
                      <a:pt x="45649" y="45770"/>
                      <a:pt x="45730" y="45730"/>
                      <a:pt x="45770" y="4573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7"/>
              <p:cNvSpPr/>
              <p:nvPr/>
            </p:nvSpPr>
            <p:spPr>
              <a:xfrm>
                <a:off x="2615325" y="3980050"/>
                <a:ext cx="1048500" cy="1048500"/>
              </a:xfrm>
              <a:custGeom>
                <a:avLst/>
                <a:gdLst/>
                <a:ahLst/>
                <a:cxnLst/>
                <a:rect l="l" t="t" r="r" b="b"/>
                <a:pathLst>
                  <a:path w="41940" h="41940" extrusionOk="0">
                    <a:moveTo>
                      <a:pt x="1" y="1"/>
                    </a:moveTo>
                    <a:cubicBezTo>
                      <a:pt x="1" y="82"/>
                      <a:pt x="1" y="162"/>
                      <a:pt x="1" y="243"/>
                    </a:cubicBezTo>
                    <a:lnTo>
                      <a:pt x="41657" y="41940"/>
                    </a:lnTo>
                    <a:cubicBezTo>
                      <a:pt x="41738" y="41900"/>
                      <a:pt x="41859" y="41900"/>
                      <a:pt x="41940" y="4190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7"/>
              <p:cNvSpPr/>
              <p:nvPr/>
            </p:nvSpPr>
            <p:spPr>
              <a:xfrm>
                <a:off x="2609275" y="4111125"/>
                <a:ext cx="922500" cy="922475"/>
              </a:xfrm>
              <a:custGeom>
                <a:avLst/>
                <a:gdLst/>
                <a:ahLst/>
                <a:cxnLst/>
                <a:rect l="l" t="t" r="r" b="b"/>
                <a:pathLst>
                  <a:path w="36900" h="36899" extrusionOk="0">
                    <a:moveTo>
                      <a:pt x="1" y="0"/>
                    </a:moveTo>
                    <a:cubicBezTo>
                      <a:pt x="1" y="81"/>
                      <a:pt x="1" y="202"/>
                      <a:pt x="1" y="283"/>
                    </a:cubicBezTo>
                    <a:lnTo>
                      <a:pt x="36617" y="36899"/>
                    </a:lnTo>
                    <a:cubicBezTo>
                      <a:pt x="36697" y="36899"/>
                      <a:pt x="36818" y="36899"/>
                      <a:pt x="36899" y="36899"/>
                    </a:cubicBez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7"/>
              <p:cNvSpPr/>
              <p:nvPr/>
            </p:nvSpPr>
            <p:spPr>
              <a:xfrm>
                <a:off x="2625400" y="4264350"/>
                <a:ext cx="753125" cy="754125"/>
              </a:xfrm>
              <a:custGeom>
                <a:avLst/>
                <a:gdLst/>
                <a:ahLst/>
                <a:cxnLst/>
                <a:rect l="l" t="t" r="r" b="b"/>
                <a:pathLst>
                  <a:path w="30125" h="30165" extrusionOk="0">
                    <a:moveTo>
                      <a:pt x="1" y="1"/>
                    </a:moveTo>
                    <a:cubicBezTo>
                      <a:pt x="1" y="122"/>
                      <a:pt x="41" y="243"/>
                      <a:pt x="41" y="364"/>
                    </a:cubicBezTo>
                    <a:lnTo>
                      <a:pt x="29762" y="30084"/>
                    </a:lnTo>
                    <a:cubicBezTo>
                      <a:pt x="29883" y="30124"/>
                      <a:pt x="30004" y="30124"/>
                      <a:pt x="30124" y="30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7"/>
              <p:cNvSpPr/>
              <p:nvPr/>
            </p:nvSpPr>
            <p:spPr>
              <a:xfrm>
                <a:off x="2684900" y="4462975"/>
                <a:ext cx="495025" cy="495025"/>
              </a:xfrm>
              <a:custGeom>
                <a:avLst/>
                <a:gdLst/>
                <a:ahLst/>
                <a:cxnLst/>
                <a:rect l="l" t="t" r="r" b="b"/>
                <a:pathLst>
                  <a:path w="19801" h="19801" extrusionOk="0">
                    <a:moveTo>
                      <a:pt x="0" y="0"/>
                    </a:moveTo>
                    <a:cubicBezTo>
                      <a:pt x="81" y="161"/>
                      <a:pt x="161" y="323"/>
                      <a:pt x="242" y="484"/>
                    </a:cubicBezTo>
                    <a:lnTo>
                      <a:pt x="19316" y="19599"/>
                    </a:lnTo>
                    <a:cubicBezTo>
                      <a:pt x="19478" y="19639"/>
                      <a:pt x="19639" y="19720"/>
                      <a:pt x="19800" y="19800"/>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76" name="Google Shape;976;p37"/>
          <p:cNvGrpSpPr/>
          <p:nvPr/>
        </p:nvGrpSpPr>
        <p:grpSpPr>
          <a:xfrm>
            <a:off x="6207922" y="124763"/>
            <a:ext cx="3756875" cy="2788075"/>
            <a:chOff x="5969750" y="-1678600"/>
            <a:chExt cx="3756875" cy="2788075"/>
          </a:xfrm>
        </p:grpSpPr>
        <p:sp>
          <p:nvSpPr>
            <p:cNvPr id="977" name="Google Shape;977;p37"/>
            <p:cNvSpPr/>
            <p:nvPr/>
          </p:nvSpPr>
          <p:spPr>
            <a:xfrm>
              <a:off x="7844125" y="896475"/>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978" name="Google Shape;978;p37"/>
            <p:cNvSpPr/>
            <p:nvPr/>
          </p:nvSpPr>
          <p:spPr>
            <a:xfrm rot="-5400000">
              <a:off x="5969750" y="-167860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39"/>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993" name="Google Shape;993;p39"/>
          <p:cNvSpPr txBox="1">
            <a:spLocks noGrp="1"/>
          </p:cNvSpPr>
          <p:nvPr>
            <p:ph type="title" idx="2"/>
          </p:nvPr>
        </p:nvSpPr>
        <p:spPr>
          <a:xfrm>
            <a:off x="1522280" y="1393950"/>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995" name="Google Shape;995;p39"/>
          <p:cNvSpPr txBox="1">
            <a:spLocks noGrp="1"/>
          </p:cNvSpPr>
          <p:nvPr>
            <p:ph type="title" idx="4"/>
          </p:nvPr>
        </p:nvSpPr>
        <p:spPr>
          <a:xfrm>
            <a:off x="1522305" y="2494625"/>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996" name="Google Shape;996;p39"/>
          <p:cNvSpPr txBox="1">
            <a:spLocks noGrp="1"/>
          </p:cNvSpPr>
          <p:nvPr>
            <p:ph type="title" idx="5"/>
          </p:nvPr>
        </p:nvSpPr>
        <p:spPr>
          <a:xfrm>
            <a:off x="1522305" y="3595300"/>
            <a:ext cx="773700" cy="77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997" name="Google Shape;997;p39"/>
          <p:cNvSpPr txBox="1">
            <a:spLocks noGrp="1"/>
          </p:cNvSpPr>
          <p:nvPr>
            <p:ph type="subTitle" idx="1"/>
          </p:nvPr>
        </p:nvSpPr>
        <p:spPr>
          <a:xfrm>
            <a:off x="2448392" y="1518150"/>
            <a:ext cx="1634510" cy="52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Problem</a:t>
            </a:r>
            <a:br>
              <a:rPr lang="en-US" dirty="0"/>
            </a:br>
            <a:r>
              <a:rPr lang="en-US" dirty="0"/>
              <a:t>statement</a:t>
            </a:r>
          </a:p>
        </p:txBody>
      </p:sp>
      <p:sp>
        <p:nvSpPr>
          <p:cNvPr id="999" name="Google Shape;999;p39"/>
          <p:cNvSpPr txBox="1">
            <a:spLocks noGrp="1"/>
          </p:cNvSpPr>
          <p:nvPr>
            <p:ph type="subTitle" idx="7"/>
          </p:nvPr>
        </p:nvSpPr>
        <p:spPr>
          <a:xfrm>
            <a:off x="2448393" y="2618825"/>
            <a:ext cx="1457700" cy="528900"/>
          </a:xfrm>
          <a:prstGeom prst="rect">
            <a:avLst/>
          </a:prstGeom>
        </p:spPr>
        <p:txBody>
          <a:bodyPr spcFirstLastPara="1" wrap="square" lIns="91425" tIns="91425" rIns="91425" bIns="91425" anchor="ctr" anchorCtr="0">
            <a:noAutofit/>
          </a:bodyPr>
          <a:lstStyle/>
          <a:p>
            <a:pPr marL="0" indent="0">
              <a:buSzPts val="1100"/>
            </a:pPr>
            <a:r>
              <a:rPr lang="en-US" sz="1800" dirty="0"/>
              <a:t>Primary Analysis</a:t>
            </a:r>
          </a:p>
        </p:txBody>
      </p:sp>
      <p:sp>
        <p:nvSpPr>
          <p:cNvPr id="1000" name="Google Shape;1000;p39"/>
          <p:cNvSpPr txBox="1">
            <a:spLocks noGrp="1"/>
          </p:cNvSpPr>
          <p:nvPr>
            <p:ph type="subTitle" idx="8"/>
          </p:nvPr>
        </p:nvSpPr>
        <p:spPr>
          <a:xfrm>
            <a:off x="2448270" y="3719500"/>
            <a:ext cx="1634632" cy="572700"/>
          </a:xfrm>
          <a:prstGeom prst="rect">
            <a:avLst/>
          </a:prstGeom>
        </p:spPr>
        <p:txBody>
          <a:bodyPr spcFirstLastPara="1" wrap="square" lIns="91425" tIns="91425" rIns="91425" bIns="91425" anchor="ctr" anchorCtr="0">
            <a:noAutofit/>
          </a:bodyPr>
          <a:lstStyle/>
          <a:p>
            <a:pPr marL="0" lvl="0" indent="0">
              <a:buSzPts val="1100"/>
            </a:pPr>
            <a:r>
              <a:rPr lang="en-US" dirty="0"/>
              <a:t>Secondary</a:t>
            </a:r>
          </a:p>
          <a:p>
            <a:pPr marL="0" lvl="0" indent="0">
              <a:buSzPts val="1100"/>
            </a:pPr>
            <a:r>
              <a:rPr lang="en-US" dirty="0"/>
              <a:t>Analysis</a:t>
            </a:r>
          </a:p>
          <a:p>
            <a:pPr marL="0" lvl="0" indent="0" algn="l" rtl="0">
              <a:spcBef>
                <a:spcPts val="0"/>
              </a:spcBef>
              <a:spcAft>
                <a:spcPts val="0"/>
              </a:spcAft>
              <a:buClr>
                <a:schemeClr val="dk1"/>
              </a:buClr>
              <a:buSzPts val="1100"/>
              <a:buFont typeface="Arial"/>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5">
          <a:extLst>
            <a:ext uri="{FF2B5EF4-FFF2-40B4-BE49-F238E27FC236}">
              <a16:creationId xmlns:a16="http://schemas.microsoft.com/office/drawing/2014/main" id="{B8CF961B-3E4C-01B6-5D1B-64E0ED4C070D}"/>
            </a:ext>
          </a:extLst>
        </p:cNvPr>
        <p:cNvGrpSpPr/>
        <p:nvPr/>
      </p:nvGrpSpPr>
      <p:grpSpPr>
        <a:xfrm>
          <a:off x="0" y="0"/>
          <a:ext cx="0" cy="0"/>
          <a:chOff x="0" y="0"/>
          <a:chExt cx="0" cy="0"/>
        </a:xfrm>
      </p:grpSpPr>
      <p:sp>
        <p:nvSpPr>
          <p:cNvPr id="1056" name="Google Shape;1056;p41">
            <a:extLst>
              <a:ext uri="{FF2B5EF4-FFF2-40B4-BE49-F238E27FC236}">
                <a16:creationId xmlns:a16="http://schemas.microsoft.com/office/drawing/2014/main" id="{F4CE32F2-E380-8AD1-4A8A-84C4689CED16}"/>
              </a:ext>
            </a:extLst>
          </p:cNvPr>
          <p:cNvSpPr txBox="1">
            <a:spLocks noGrp="1"/>
          </p:cNvSpPr>
          <p:nvPr>
            <p:ph type="title"/>
          </p:nvPr>
        </p:nvSpPr>
        <p:spPr>
          <a:xfrm>
            <a:off x="2364450" y="2361300"/>
            <a:ext cx="4415100" cy="151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5300" dirty="0"/>
              <a:t>Problem</a:t>
            </a:r>
          </a:p>
          <a:p>
            <a:pPr marL="0" lvl="0" indent="0" algn="ctr" rtl="0">
              <a:spcBef>
                <a:spcPts val="0"/>
              </a:spcBef>
              <a:spcAft>
                <a:spcPts val="0"/>
              </a:spcAft>
              <a:buNone/>
            </a:pPr>
            <a:r>
              <a:rPr lang="en-US" sz="4100" b="0" dirty="0"/>
              <a:t>Statement</a:t>
            </a:r>
          </a:p>
        </p:txBody>
      </p:sp>
      <p:sp>
        <p:nvSpPr>
          <p:cNvPr id="1057" name="Google Shape;1057;p41">
            <a:extLst>
              <a:ext uri="{FF2B5EF4-FFF2-40B4-BE49-F238E27FC236}">
                <a16:creationId xmlns:a16="http://schemas.microsoft.com/office/drawing/2014/main" id="{093CBD36-9EB7-43F2-A144-EF7191F3DDB9}"/>
              </a:ext>
            </a:extLst>
          </p:cNvPr>
          <p:cNvSpPr txBox="1">
            <a:spLocks noGrp="1"/>
          </p:cNvSpPr>
          <p:nvPr>
            <p:ph type="title" idx="2"/>
          </p:nvPr>
        </p:nvSpPr>
        <p:spPr>
          <a:xfrm>
            <a:off x="3857228" y="1304650"/>
            <a:ext cx="1182603" cy="108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grpSp>
        <p:nvGrpSpPr>
          <p:cNvPr id="1058" name="Google Shape;1058;p41">
            <a:extLst>
              <a:ext uri="{FF2B5EF4-FFF2-40B4-BE49-F238E27FC236}">
                <a16:creationId xmlns:a16="http://schemas.microsoft.com/office/drawing/2014/main" id="{9C264D97-B6ED-951C-B323-E23150E8FECA}"/>
              </a:ext>
            </a:extLst>
          </p:cNvPr>
          <p:cNvGrpSpPr/>
          <p:nvPr/>
        </p:nvGrpSpPr>
        <p:grpSpPr>
          <a:xfrm>
            <a:off x="7808800" y="3403550"/>
            <a:ext cx="986125" cy="2095500"/>
            <a:chOff x="7631225" y="2241175"/>
            <a:chExt cx="986125" cy="2095500"/>
          </a:xfrm>
        </p:grpSpPr>
        <p:cxnSp>
          <p:nvCxnSpPr>
            <p:cNvPr id="1059" name="Google Shape;1059;p41">
              <a:extLst>
                <a:ext uri="{FF2B5EF4-FFF2-40B4-BE49-F238E27FC236}">
                  <a16:creationId xmlns:a16="http://schemas.microsoft.com/office/drawing/2014/main" id="{AC96D748-E0C8-FE88-6736-EC3E5A396E0F}"/>
                </a:ext>
              </a:extLst>
            </p:cNvPr>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0" name="Google Shape;1060;p41">
              <a:extLst>
                <a:ext uri="{FF2B5EF4-FFF2-40B4-BE49-F238E27FC236}">
                  <a16:creationId xmlns:a16="http://schemas.microsoft.com/office/drawing/2014/main" id="{0C5F34B2-33E4-9F1B-EB9B-3DD1C7242668}"/>
                </a:ext>
              </a:extLst>
            </p:cNvPr>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1" name="Google Shape;1061;p41">
              <a:extLst>
                <a:ext uri="{FF2B5EF4-FFF2-40B4-BE49-F238E27FC236}">
                  <a16:creationId xmlns:a16="http://schemas.microsoft.com/office/drawing/2014/main" id="{9B08164D-6590-49EE-D8A5-174D22939B7A}"/>
                </a:ext>
              </a:extLst>
            </p:cNvPr>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2" name="Google Shape;1062;p41">
              <a:extLst>
                <a:ext uri="{FF2B5EF4-FFF2-40B4-BE49-F238E27FC236}">
                  <a16:creationId xmlns:a16="http://schemas.microsoft.com/office/drawing/2014/main" id="{E1BE83CC-FE64-7D88-5D82-9F7D8D45D512}"/>
                </a:ext>
              </a:extLst>
            </p:cNvPr>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3" name="Google Shape;1063;p41">
              <a:extLst>
                <a:ext uri="{FF2B5EF4-FFF2-40B4-BE49-F238E27FC236}">
                  <a16:creationId xmlns:a16="http://schemas.microsoft.com/office/drawing/2014/main" id="{EF24FD2D-F94E-868B-7891-0C767C9455A0}"/>
                </a:ext>
              </a:extLst>
            </p:cNvPr>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4" name="Google Shape;1064;p41">
              <a:extLst>
                <a:ext uri="{FF2B5EF4-FFF2-40B4-BE49-F238E27FC236}">
                  <a16:creationId xmlns:a16="http://schemas.microsoft.com/office/drawing/2014/main" id="{549F9AD1-E413-8FF4-602B-08E032D2AE43}"/>
                </a:ext>
              </a:extLst>
            </p:cNvPr>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5" name="Google Shape;1065;p41">
              <a:extLst>
                <a:ext uri="{FF2B5EF4-FFF2-40B4-BE49-F238E27FC236}">
                  <a16:creationId xmlns:a16="http://schemas.microsoft.com/office/drawing/2014/main" id="{B2E8ECB5-582C-DF9C-A46C-110EBEAA584F}"/>
                </a:ext>
              </a:extLst>
            </p:cNvPr>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6" name="Google Shape;1066;p41">
              <a:extLst>
                <a:ext uri="{FF2B5EF4-FFF2-40B4-BE49-F238E27FC236}">
                  <a16:creationId xmlns:a16="http://schemas.microsoft.com/office/drawing/2014/main" id="{BF097482-2A2D-D5FD-495B-6EB32CCDCD96}"/>
                </a:ext>
              </a:extLst>
            </p:cNvPr>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7" name="Google Shape;1067;p41">
              <a:extLst>
                <a:ext uri="{FF2B5EF4-FFF2-40B4-BE49-F238E27FC236}">
                  <a16:creationId xmlns:a16="http://schemas.microsoft.com/office/drawing/2014/main" id="{2EDD8CB3-65FA-E789-47BC-8D1E12AC037B}"/>
                </a:ext>
              </a:extLst>
            </p:cNvPr>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8" name="Google Shape;1068;p41">
              <a:extLst>
                <a:ext uri="{FF2B5EF4-FFF2-40B4-BE49-F238E27FC236}">
                  <a16:creationId xmlns:a16="http://schemas.microsoft.com/office/drawing/2014/main" id="{BF9C744E-458D-A466-24F5-B15CA2F8CDA0}"/>
                </a:ext>
              </a:extLst>
            </p:cNvPr>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9" name="Google Shape;1069;p41">
              <a:extLst>
                <a:ext uri="{FF2B5EF4-FFF2-40B4-BE49-F238E27FC236}">
                  <a16:creationId xmlns:a16="http://schemas.microsoft.com/office/drawing/2014/main" id="{948BE345-A9FE-569F-EDB3-B5327A4E749D}"/>
                </a:ext>
              </a:extLst>
            </p:cNvPr>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0" name="Google Shape;1070;p41">
              <a:extLst>
                <a:ext uri="{FF2B5EF4-FFF2-40B4-BE49-F238E27FC236}">
                  <a16:creationId xmlns:a16="http://schemas.microsoft.com/office/drawing/2014/main" id="{7980F328-7FC3-2B57-7F3C-E4DE263E67BE}"/>
                </a:ext>
              </a:extLst>
            </p:cNvPr>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1" name="Google Shape;1071;p41">
              <a:extLst>
                <a:ext uri="{FF2B5EF4-FFF2-40B4-BE49-F238E27FC236}">
                  <a16:creationId xmlns:a16="http://schemas.microsoft.com/office/drawing/2014/main" id="{69411B91-0C3D-885A-7CB0-1EBAD7ACC21F}"/>
                </a:ext>
              </a:extLst>
            </p:cNvPr>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2" name="Google Shape;1072;p41">
              <a:extLst>
                <a:ext uri="{FF2B5EF4-FFF2-40B4-BE49-F238E27FC236}">
                  <a16:creationId xmlns:a16="http://schemas.microsoft.com/office/drawing/2014/main" id="{B7ED6B49-BD84-9ACC-9C91-AFF5E4AB3B19}"/>
                </a:ext>
              </a:extLst>
            </p:cNvPr>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3" name="Google Shape;1073;p41">
            <a:extLst>
              <a:ext uri="{FF2B5EF4-FFF2-40B4-BE49-F238E27FC236}">
                <a16:creationId xmlns:a16="http://schemas.microsoft.com/office/drawing/2014/main" id="{9BB6D5E3-0A0B-21C5-AFFC-0F4EF0D30FC2}"/>
              </a:ext>
            </a:extLst>
          </p:cNvPr>
          <p:cNvSpPr/>
          <p:nvPr/>
        </p:nvSpPr>
        <p:spPr>
          <a:xfrm rot="5400000">
            <a:off x="198730" y="1198387"/>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880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9">
          <a:extLst>
            <a:ext uri="{FF2B5EF4-FFF2-40B4-BE49-F238E27FC236}">
              <a16:creationId xmlns:a16="http://schemas.microsoft.com/office/drawing/2014/main" id="{7B05709B-D4F2-2A59-ECC3-7C1A40E3F703}"/>
            </a:ext>
          </a:extLst>
        </p:cNvPr>
        <p:cNvGrpSpPr/>
        <p:nvPr/>
      </p:nvGrpSpPr>
      <p:grpSpPr>
        <a:xfrm>
          <a:off x="0" y="0"/>
          <a:ext cx="0" cy="0"/>
          <a:chOff x="0" y="0"/>
          <a:chExt cx="0" cy="0"/>
        </a:xfrm>
      </p:grpSpPr>
      <p:sp>
        <p:nvSpPr>
          <p:cNvPr id="1120" name="Google Shape;1120;p43">
            <a:extLst>
              <a:ext uri="{FF2B5EF4-FFF2-40B4-BE49-F238E27FC236}">
                <a16:creationId xmlns:a16="http://schemas.microsoft.com/office/drawing/2014/main" id="{8C6DDFF3-8D17-5D1E-898C-AAF6E83CCE3A}"/>
              </a:ext>
            </a:extLst>
          </p:cNvPr>
          <p:cNvSpPr txBox="1">
            <a:spLocks noGrp="1"/>
          </p:cNvSpPr>
          <p:nvPr>
            <p:ph type="title"/>
          </p:nvPr>
        </p:nvSpPr>
        <p:spPr>
          <a:xfrm>
            <a:off x="722400" y="253970"/>
            <a:ext cx="7699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Problem Statement:-</a:t>
            </a:r>
            <a:br>
              <a:rPr lang="en-US" dirty="0"/>
            </a:br>
            <a:endParaRPr dirty="0"/>
          </a:p>
        </p:txBody>
      </p:sp>
      <p:sp>
        <p:nvSpPr>
          <p:cNvPr id="2" name="Subtitle 1">
            <a:extLst>
              <a:ext uri="{FF2B5EF4-FFF2-40B4-BE49-F238E27FC236}">
                <a16:creationId xmlns:a16="http://schemas.microsoft.com/office/drawing/2014/main" id="{D901A2DF-BA7C-F495-6C11-ADEF609CD804}"/>
              </a:ext>
            </a:extLst>
          </p:cNvPr>
          <p:cNvSpPr>
            <a:spLocks noGrp="1" noChangeArrowheads="1"/>
          </p:cNvSpPr>
          <p:nvPr>
            <p:ph type="subTitle" idx="2"/>
          </p:nvPr>
        </p:nvSpPr>
        <p:spPr bwMode="auto">
          <a:xfrm>
            <a:off x="254542" y="900510"/>
            <a:ext cx="879607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Font typeface="Wingdings" panose="05000000000000000000" pitchFamily="2" charset="2"/>
              <a:buChar char="§"/>
            </a:pPr>
            <a:r>
              <a:rPr lang="en-US" b="1" dirty="0"/>
              <a:t>Company:</a:t>
            </a:r>
            <a:r>
              <a:rPr lang="en-US" dirty="0"/>
              <a:t> Air Pure Innovations, an Indian startup.</a:t>
            </a:r>
          </a:p>
          <a:p>
            <a:pPr marL="152400" indent="0" algn="just"/>
            <a:endParaRPr lang="en-US" dirty="0"/>
          </a:p>
          <a:p>
            <a:pPr algn="just">
              <a:buFont typeface="Wingdings" panose="05000000000000000000" pitchFamily="2" charset="2"/>
              <a:buChar char="§"/>
            </a:pPr>
            <a:r>
              <a:rPr lang="en-US" b="1" dirty="0"/>
              <a:t>Problem:</a:t>
            </a:r>
            <a:r>
              <a:rPr lang="en-US" dirty="0"/>
              <a:t> The company needs to determine if there is a strong and sustained market demand for a new air purifier before investing in product development and production.</a:t>
            </a:r>
          </a:p>
          <a:p>
            <a:pPr marL="152400" indent="0" algn="just"/>
            <a:endParaRPr lang="en-US" dirty="0"/>
          </a:p>
          <a:p>
            <a:pPr algn="just">
              <a:buFont typeface="Wingdings" panose="05000000000000000000" pitchFamily="2" charset="2"/>
              <a:buChar char="§"/>
            </a:pPr>
            <a:r>
              <a:rPr lang="en-US" b="1" dirty="0"/>
              <a:t>My Role:</a:t>
            </a:r>
            <a:r>
              <a:rPr lang="en-US" dirty="0"/>
              <a:t> As data analyst Peter Pandey, I am tasked with analyzing air quality (AQI), health, and other datasets to guide strategic decisions.</a:t>
            </a:r>
          </a:p>
          <a:p>
            <a:pPr algn="just">
              <a:buFont typeface="Wingdings" panose="05000000000000000000" pitchFamily="2" charset="2"/>
              <a:buChar char="§"/>
            </a:pPr>
            <a:r>
              <a:rPr lang="en-US" b="1" dirty="0"/>
              <a:t>Key Objectives:</a:t>
            </a:r>
          </a:p>
          <a:p>
            <a:pPr marL="152400" indent="0" algn="just"/>
            <a:endParaRPr lang="en-US" dirty="0"/>
          </a:p>
          <a:p>
            <a:pPr algn="just">
              <a:buFont typeface="Wingdings" panose="05000000000000000000" pitchFamily="2" charset="2"/>
              <a:buChar char="§"/>
            </a:pPr>
            <a:r>
              <a:rPr lang="en-US" b="1" dirty="0"/>
              <a:t>	Severity Mapping:</a:t>
            </a:r>
            <a:r>
              <a:rPr lang="en-US" dirty="0"/>
              <a:t> Identify the Indian cities with the most severe and persistent air pollution.</a:t>
            </a:r>
          </a:p>
          <a:p>
            <a:pPr algn="just">
              <a:buFont typeface="Wingdings" panose="05000000000000000000" pitchFamily="2" charset="2"/>
              <a:buChar char="§"/>
            </a:pPr>
            <a:r>
              <a:rPr lang="en-US" b="1" dirty="0"/>
              <a:t>	Health Impact:</a:t>
            </a:r>
            <a:r>
              <a:rPr lang="en-US" dirty="0"/>
              <a:t> Quantify the link between poor air quality and negative health outcomes to understand the 	impact on consumer well-being.</a:t>
            </a:r>
          </a:p>
          <a:p>
            <a:pPr algn="just">
              <a:buFont typeface="Wingdings" panose="05000000000000000000" pitchFamily="2" charset="2"/>
              <a:buChar char="§"/>
            </a:pPr>
            <a:r>
              <a:rPr lang="en-US" b="1" dirty="0"/>
              <a:t>	Demand Triggers:</a:t>
            </a:r>
            <a:r>
              <a:rPr lang="en-US" dirty="0"/>
              <a:t> Analyze what causes spikes in consumer interest and demand for air purifiers</a:t>
            </a:r>
          </a:p>
          <a:p>
            <a:pPr marL="152400" indent="0" algn="just"/>
            <a:r>
              <a:rPr lang="en-US" dirty="0"/>
              <a:t>.</a:t>
            </a:r>
          </a:p>
          <a:p>
            <a:pPr algn="just">
              <a:buFont typeface="Wingdings" panose="05000000000000000000" pitchFamily="2" charset="2"/>
              <a:buChar char="§"/>
            </a:pPr>
            <a:r>
              <a:rPr lang="en-US" b="1" dirty="0"/>
              <a:t>Ultimate Goal:</a:t>
            </a:r>
            <a:r>
              <a:rPr lang="en-US" dirty="0"/>
              <a:t> To deliver a data-driven recommendation on which cities to target, what essential features the product must have, and which specific pollutants it should filter, all presented in a clear dashboard for the management team.</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7836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41"/>
          <p:cNvSpPr txBox="1">
            <a:spLocks noGrp="1"/>
          </p:cNvSpPr>
          <p:nvPr>
            <p:ph type="title"/>
          </p:nvPr>
        </p:nvSpPr>
        <p:spPr>
          <a:xfrm>
            <a:off x="2364450" y="2361300"/>
            <a:ext cx="4415100" cy="151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5300" dirty="0"/>
              <a:t>Primary</a:t>
            </a:r>
          </a:p>
          <a:p>
            <a:pPr marL="0" lvl="0" indent="0" algn="ctr" rtl="0">
              <a:spcBef>
                <a:spcPts val="0"/>
              </a:spcBef>
              <a:spcAft>
                <a:spcPts val="0"/>
              </a:spcAft>
              <a:buNone/>
            </a:pPr>
            <a:r>
              <a:rPr lang="en-US" sz="4100" b="0" dirty="0"/>
              <a:t>Analysis</a:t>
            </a:r>
          </a:p>
        </p:txBody>
      </p:sp>
      <p:sp>
        <p:nvSpPr>
          <p:cNvPr id="1057" name="Google Shape;1057;p41"/>
          <p:cNvSpPr txBox="1">
            <a:spLocks noGrp="1"/>
          </p:cNvSpPr>
          <p:nvPr>
            <p:ph type="title" idx="2"/>
          </p:nvPr>
        </p:nvSpPr>
        <p:spPr>
          <a:xfrm>
            <a:off x="4027349" y="1272000"/>
            <a:ext cx="1182603" cy="108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1058" name="Google Shape;1058;p41"/>
          <p:cNvGrpSpPr/>
          <p:nvPr/>
        </p:nvGrpSpPr>
        <p:grpSpPr>
          <a:xfrm>
            <a:off x="7808800" y="3403550"/>
            <a:ext cx="986125" cy="2095500"/>
            <a:chOff x="7631225" y="2241175"/>
            <a:chExt cx="986125" cy="2095500"/>
          </a:xfrm>
        </p:grpSpPr>
        <p:cxnSp>
          <p:nvCxnSpPr>
            <p:cNvPr id="1059" name="Google Shape;1059;p41"/>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0" name="Google Shape;1060;p41"/>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1" name="Google Shape;1061;p41"/>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2" name="Google Shape;1062;p41"/>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3" name="Google Shape;1063;p41"/>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4" name="Google Shape;1064;p41"/>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5" name="Google Shape;1065;p41"/>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6" name="Google Shape;1066;p41"/>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7" name="Google Shape;1067;p41"/>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8" name="Google Shape;1068;p41"/>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9" name="Google Shape;1069;p41"/>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0" name="Google Shape;1070;p41"/>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1" name="Google Shape;1071;p41"/>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2" name="Google Shape;1072;p41"/>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3" name="Google Shape;1073;p41"/>
          <p:cNvSpPr/>
          <p:nvPr/>
        </p:nvSpPr>
        <p:spPr>
          <a:xfrm rot="5400000">
            <a:off x="444707" y="1198387"/>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43"/>
          <p:cNvSpPr txBox="1">
            <a:spLocks noGrp="1"/>
          </p:cNvSpPr>
          <p:nvPr>
            <p:ph type="title"/>
          </p:nvPr>
        </p:nvSpPr>
        <p:spPr>
          <a:xfrm>
            <a:off x="722400" y="281544"/>
            <a:ext cx="7699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Primary analysis questions:-</a:t>
            </a:r>
            <a:br>
              <a:rPr lang="en-US" dirty="0"/>
            </a:br>
            <a:endParaRPr dirty="0"/>
          </a:p>
        </p:txBody>
      </p:sp>
      <p:sp>
        <p:nvSpPr>
          <p:cNvPr id="1121" name="Google Shape;1121;p43"/>
          <p:cNvSpPr txBox="1">
            <a:spLocks noGrp="1"/>
          </p:cNvSpPr>
          <p:nvPr>
            <p:ph type="subTitle" idx="1"/>
          </p:nvPr>
        </p:nvSpPr>
        <p:spPr>
          <a:xfrm>
            <a:off x="581373" y="913821"/>
            <a:ext cx="4157969" cy="3863837"/>
          </a:xfrm>
          <a:prstGeom prst="rect">
            <a:avLst/>
          </a:prstGeom>
        </p:spPr>
        <p:txBody>
          <a:bodyPr spcFirstLastPara="1" wrap="square" lIns="91425" tIns="91425" rIns="91425" bIns="91425" anchor="t" anchorCtr="0">
            <a:noAutofit/>
          </a:bodyPr>
          <a:lstStyle/>
          <a:p>
            <a:pPr marL="228600" lvl="0" indent="-228600" algn="just">
              <a:lnSpc>
                <a:spcPct val="150000"/>
              </a:lnSpc>
              <a:buFont typeface="+mj-lt"/>
              <a:buAutoNum type="arabicPeriod"/>
            </a:pPr>
            <a:r>
              <a:rPr lang="en-US" dirty="0">
                <a:latin typeface="+mn-lt"/>
              </a:rPr>
              <a:t>List the top 5 and bottom 5 areas with highest average AQI. (Consider areas which contains data from last 6 months: December 2024 to May 2025)</a:t>
            </a:r>
          </a:p>
          <a:p>
            <a:pPr marL="228600" lvl="0" indent="-228600" algn="just">
              <a:lnSpc>
                <a:spcPct val="150000"/>
              </a:lnSpc>
              <a:buFont typeface="+mj-lt"/>
              <a:buAutoNum type="arabicPeriod"/>
            </a:pPr>
            <a:r>
              <a:rPr lang="en-US" dirty="0">
                <a:latin typeface="+mn-lt"/>
              </a:rPr>
              <a:t> 2. List out top 2 and bottom 2 prominent pollutants for each state of southern India. (Consider data post covid: 2022 onwards)</a:t>
            </a:r>
          </a:p>
          <a:p>
            <a:pPr marL="228600" lvl="0" indent="-228600" algn="just">
              <a:lnSpc>
                <a:spcPct val="150000"/>
              </a:lnSpc>
              <a:buFont typeface="+mj-lt"/>
              <a:buAutoNum type="arabicPeriod"/>
            </a:pPr>
            <a:r>
              <a:rPr lang="en-US" dirty="0">
                <a:latin typeface="+mn-lt"/>
              </a:rPr>
              <a:t> 3. Does AQI improve on weekends vs weekdays in Indian metro cities (Delhi, Mumbai, Chennai, Kolkata, Bengaluru, Hyderabad, Ahmedabad, Pune)? (Consider data from last 1 year)</a:t>
            </a:r>
          </a:p>
          <a:p>
            <a:pPr marL="228600" indent="-228600" algn="just">
              <a:lnSpc>
                <a:spcPct val="150000"/>
              </a:lnSpc>
              <a:buFont typeface="+mj-lt"/>
              <a:buAutoNum type="arabicPeriod"/>
            </a:pPr>
            <a:r>
              <a:rPr lang="en-US" dirty="0">
                <a:solidFill>
                  <a:srgbClr val="00094A"/>
                </a:solidFill>
              </a:rPr>
              <a:t>List the top 5 states with high EV adoption and </a:t>
            </a:r>
            <a:r>
              <a:rPr lang="en-US" dirty="0" err="1">
                <a:solidFill>
                  <a:srgbClr val="00094A"/>
                </a:solidFill>
              </a:rPr>
              <a:t>analyse</a:t>
            </a:r>
            <a:r>
              <a:rPr lang="en-US" dirty="0">
                <a:solidFill>
                  <a:srgbClr val="00094A"/>
                </a:solidFill>
              </a:rPr>
              <a:t> if their average AQI is significantly better compared to states with lower EV adoption</a:t>
            </a:r>
          </a:p>
          <a:p>
            <a:pPr marL="228600" lvl="0" indent="-228600" algn="just">
              <a:lnSpc>
                <a:spcPct val="150000"/>
              </a:lnSpc>
              <a:buFont typeface="+mj-lt"/>
              <a:buAutoNum type="arabicPeriod"/>
            </a:pPr>
            <a:endParaRPr dirty="0">
              <a:latin typeface="+mn-lt"/>
            </a:endParaRPr>
          </a:p>
        </p:txBody>
      </p:sp>
      <p:sp>
        <p:nvSpPr>
          <p:cNvPr id="1122" name="Google Shape;1122;p43"/>
          <p:cNvSpPr txBox="1">
            <a:spLocks noGrp="1"/>
          </p:cNvSpPr>
          <p:nvPr>
            <p:ph type="subTitle" idx="2"/>
          </p:nvPr>
        </p:nvSpPr>
        <p:spPr>
          <a:xfrm>
            <a:off x="4879705" y="913821"/>
            <a:ext cx="3682922" cy="3073504"/>
          </a:xfrm>
          <a:prstGeom prst="rect">
            <a:avLst/>
          </a:prstGeom>
        </p:spPr>
        <p:txBody>
          <a:bodyPr spcFirstLastPara="1" wrap="square" lIns="91425" tIns="91425" rIns="91425" bIns="91425" anchor="t" anchorCtr="0">
            <a:noAutofit/>
          </a:bodyPr>
          <a:lstStyle/>
          <a:p>
            <a:pPr marL="228600" lvl="0" indent="-228600" algn="just">
              <a:lnSpc>
                <a:spcPct val="150000"/>
              </a:lnSpc>
              <a:buFont typeface="+mj-lt"/>
              <a:buAutoNum type="arabicPeriod"/>
            </a:pPr>
            <a:r>
              <a:rPr lang="en-US" dirty="0">
                <a:latin typeface="+mn-lt"/>
              </a:rPr>
              <a:t>Which months consistently show the worst air quality across Indian states — (Consider top 10 states with high distinct areas) </a:t>
            </a:r>
          </a:p>
          <a:p>
            <a:pPr marL="228600" lvl="0" indent="-228600" algn="just">
              <a:lnSpc>
                <a:spcPct val="150000"/>
              </a:lnSpc>
              <a:buFont typeface="+mj-lt"/>
              <a:buAutoNum type="arabicPeriod"/>
            </a:pPr>
            <a:r>
              <a:rPr lang="en-US" dirty="0">
                <a:latin typeface="+mn-lt"/>
              </a:rPr>
              <a:t> For the city of Bengaluru, how many days fell under each air quality category (e.g., Good, Moderate, Poor, etc.) between March and May 2025? </a:t>
            </a:r>
          </a:p>
          <a:p>
            <a:pPr marL="228600" lvl="0" indent="-228600" algn="just">
              <a:lnSpc>
                <a:spcPct val="150000"/>
              </a:lnSpc>
              <a:buFont typeface="+mj-lt"/>
              <a:buAutoNum type="arabicPeriod"/>
            </a:pPr>
            <a:r>
              <a:rPr lang="en-US" dirty="0">
                <a:latin typeface="+mn-lt"/>
              </a:rPr>
              <a:t>List the top two most reported disease illnesses in each state over the past three years, along with the corresponding average Air Quality Index (AQI) for that period. </a:t>
            </a:r>
          </a:p>
          <a:p>
            <a:pPr marL="0" indent="0" algn="just">
              <a:lnSpc>
                <a:spcPct val="150000"/>
              </a:lnSpc>
            </a:pPr>
            <a:endParaRPr lang="en-US" dirty="0">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5">
          <a:extLst>
            <a:ext uri="{FF2B5EF4-FFF2-40B4-BE49-F238E27FC236}">
              <a16:creationId xmlns:a16="http://schemas.microsoft.com/office/drawing/2014/main" id="{B0D0AB1A-4FDC-ECC9-7630-404B30CB70D9}"/>
            </a:ext>
          </a:extLst>
        </p:cNvPr>
        <p:cNvGrpSpPr/>
        <p:nvPr/>
      </p:nvGrpSpPr>
      <p:grpSpPr>
        <a:xfrm>
          <a:off x="0" y="0"/>
          <a:ext cx="0" cy="0"/>
          <a:chOff x="0" y="0"/>
          <a:chExt cx="0" cy="0"/>
        </a:xfrm>
      </p:grpSpPr>
      <p:sp>
        <p:nvSpPr>
          <p:cNvPr id="1056" name="Google Shape;1056;p41">
            <a:extLst>
              <a:ext uri="{FF2B5EF4-FFF2-40B4-BE49-F238E27FC236}">
                <a16:creationId xmlns:a16="http://schemas.microsoft.com/office/drawing/2014/main" id="{18508F5D-FC7C-519F-ED0C-C195C2E33DCC}"/>
              </a:ext>
            </a:extLst>
          </p:cNvPr>
          <p:cNvSpPr txBox="1">
            <a:spLocks noGrp="1"/>
          </p:cNvSpPr>
          <p:nvPr>
            <p:ph type="title"/>
          </p:nvPr>
        </p:nvSpPr>
        <p:spPr>
          <a:xfrm>
            <a:off x="2364450" y="2361300"/>
            <a:ext cx="4415100" cy="151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5300" dirty="0"/>
              <a:t>Secondary</a:t>
            </a:r>
          </a:p>
          <a:p>
            <a:pPr marL="0" lvl="0" indent="0" algn="ctr" rtl="0">
              <a:spcBef>
                <a:spcPts val="0"/>
              </a:spcBef>
              <a:spcAft>
                <a:spcPts val="0"/>
              </a:spcAft>
              <a:buNone/>
            </a:pPr>
            <a:r>
              <a:rPr lang="en-US" sz="4100" b="0" dirty="0"/>
              <a:t>Analysis</a:t>
            </a:r>
          </a:p>
        </p:txBody>
      </p:sp>
      <p:sp>
        <p:nvSpPr>
          <p:cNvPr id="1057" name="Google Shape;1057;p41">
            <a:extLst>
              <a:ext uri="{FF2B5EF4-FFF2-40B4-BE49-F238E27FC236}">
                <a16:creationId xmlns:a16="http://schemas.microsoft.com/office/drawing/2014/main" id="{0FDF0139-E802-B346-3C4E-5CA0F6A5B0A7}"/>
              </a:ext>
            </a:extLst>
          </p:cNvPr>
          <p:cNvSpPr txBox="1">
            <a:spLocks noGrp="1"/>
          </p:cNvSpPr>
          <p:nvPr>
            <p:ph type="title" idx="2"/>
          </p:nvPr>
        </p:nvSpPr>
        <p:spPr>
          <a:xfrm>
            <a:off x="3853107" y="1272000"/>
            <a:ext cx="1437785" cy="108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1058" name="Google Shape;1058;p41">
            <a:extLst>
              <a:ext uri="{FF2B5EF4-FFF2-40B4-BE49-F238E27FC236}">
                <a16:creationId xmlns:a16="http://schemas.microsoft.com/office/drawing/2014/main" id="{0B2A0D95-8C8C-E748-7222-B9A50CDC852F}"/>
              </a:ext>
            </a:extLst>
          </p:cNvPr>
          <p:cNvGrpSpPr/>
          <p:nvPr/>
        </p:nvGrpSpPr>
        <p:grpSpPr>
          <a:xfrm>
            <a:off x="7808800" y="3403550"/>
            <a:ext cx="986125" cy="2095500"/>
            <a:chOff x="7631225" y="2241175"/>
            <a:chExt cx="986125" cy="2095500"/>
          </a:xfrm>
        </p:grpSpPr>
        <p:cxnSp>
          <p:nvCxnSpPr>
            <p:cNvPr id="1059" name="Google Shape;1059;p41">
              <a:extLst>
                <a:ext uri="{FF2B5EF4-FFF2-40B4-BE49-F238E27FC236}">
                  <a16:creationId xmlns:a16="http://schemas.microsoft.com/office/drawing/2014/main" id="{0A35A77D-2025-4DDC-C2CF-3B92C68A7521}"/>
                </a:ext>
              </a:extLst>
            </p:cNvPr>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0" name="Google Shape;1060;p41">
              <a:extLst>
                <a:ext uri="{FF2B5EF4-FFF2-40B4-BE49-F238E27FC236}">
                  <a16:creationId xmlns:a16="http://schemas.microsoft.com/office/drawing/2014/main" id="{1C1751EB-9176-60E7-6927-0175BFDEC8B0}"/>
                </a:ext>
              </a:extLst>
            </p:cNvPr>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1" name="Google Shape;1061;p41">
              <a:extLst>
                <a:ext uri="{FF2B5EF4-FFF2-40B4-BE49-F238E27FC236}">
                  <a16:creationId xmlns:a16="http://schemas.microsoft.com/office/drawing/2014/main" id="{A3CF4DFD-2778-12B7-1066-1F316AF4EFCA}"/>
                </a:ext>
              </a:extLst>
            </p:cNvPr>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2" name="Google Shape;1062;p41">
              <a:extLst>
                <a:ext uri="{FF2B5EF4-FFF2-40B4-BE49-F238E27FC236}">
                  <a16:creationId xmlns:a16="http://schemas.microsoft.com/office/drawing/2014/main" id="{3D3BC24D-C291-2AFE-22FA-BF6FFE0AC7D9}"/>
                </a:ext>
              </a:extLst>
            </p:cNvPr>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3" name="Google Shape;1063;p41">
              <a:extLst>
                <a:ext uri="{FF2B5EF4-FFF2-40B4-BE49-F238E27FC236}">
                  <a16:creationId xmlns:a16="http://schemas.microsoft.com/office/drawing/2014/main" id="{9B531BBF-27E1-337D-EA75-88328E6BFDCA}"/>
                </a:ext>
              </a:extLst>
            </p:cNvPr>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4" name="Google Shape;1064;p41">
              <a:extLst>
                <a:ext uri="{FF2B5EF4-FFF2-40B4-BE49-F238E27FC236}">
                  <a16:creationId xmlns:a16="http://schemas.microsoft.com/office/drawing/2014/main" id="{757BFF67-E8F2-260B-B77E-4F9841B3B914}"/>
                </a:ext>
              </a:extLst>
            </p:cNvPr>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5" name="Google Shape;1065;p41">
              <a:extLst>
                <a:ext uri="{FF2B5EF4-FFF2-40B4-BE49-F238E27FC236}">
                  <a16:creationId xmlns:a16="http://schemas.microsoft.com/office/drawing/2014/main" id="{DE89DF9B-E2D7-1248-FB84-CAD0C2D3B79C}"/>
                </a:ext>
              </a:extLst>
            </p:cNvPr>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6" name="Google Shape;1066;p41">
              <a:extLst>
                <a:ext uri="{FF2B5EF4-FFF2-40B4-BE49-F238E27FC236}">
                  <a16:creationId xmlns:a16="http://schemas.microsoft.com/office/drawing/2014/main" id="{D56E4B0E-1CBF-F8BC-74FC-BF9004340C6D}"/>
                </a:ext>
              </a:extLst>
            </p:cNvPr>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7" name="Google Shape;1067;p41">
              <a:extLst>
                <a:ext uri="{FF2B5EF4-FFF2-40B4-BE49-F238E27FC236}">
                  <a16:creationId xmlns:a16="http://schemas.microsoft.com/office/drawing/2014/main" id="{0A0EF611-11AA-0132-7BAA-7168E81B0BD5}"/>
                </a:ext>
              </a:extLst>
            </p:cNvPr>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8" name="Google Shape;1068;p41">
              <a:extLst>
                <a:ext uri="{FF2B5EF4-FFF2-40B4-BE49-F238E27FC236}">
                  <a16:creationId xmlns:a16="http://schemas.microsoft.com/office/drawing/2014/main" id="{3093189A-0ED4-E4FE-461D-1CE2153E9C01}"/>
                </a:ext>
              </a:extLst>
            </p:cNvPr>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69" name="Google Shape;1069;p41">
              <a:extLst>
                <a:ext uri="{FF2B5EF4-FFF2-40B4-BE49-F238E27FC236}">
                  <a16:creationId xmlns:a16="http://schemas.microsoft.com/office/drawing/2014/main" id="{EAD5318E-F236-6589-0903-1396365C10E4}"/>
                </a:ext>
              </a:extLst>
            </p:cNvPr>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0" name="Google Shape;1070;p41">
              <a:extLst>
                <a:ext uri="{FF2B5EF4-FFF2-40B4-BE49-F238E27FC236}">
                  <a16:creationId xmlns:a16="http://schemas.microsoft.com/office/drawing/2014/main" id="{FA33F23C-5C2C-0737-39B4-24BC726FD288}"/>
                </a:ext>
              </a:extLst>
            </p:cNvPr>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1" name="Google Shape;1071;p41">
              <a:extLst>
                <a:ext uri="{FF2B5EF4-FFF2-40B4-BE49-F238E27FC236}">
                  <a16:creationId xmlns:a16="http://schemas.microsoft.com/office/drawing/2014/main" id="{BDC2F9CF-56E6-5632-C695-229E6ABE7D6A}"/>
                </a:ext>
              </a:extLst>
            </p:cNvPr>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072" name="Google Shape;1072;p41">
              <a:extLst>
                <a:ext uri="{FF2B5EF4-FFF2-40B4-BE49-F238E27FC236}">
                  <a16:creationId xmlns:a16="http://schemas.microsoft.com/office/drawing/2014/main" id="{1667DE5C-C8AC-F5E1-DC22-C7A923CF42AA}"/>
                </a:ext>
              </a:extLst>
            </p:cNvPr>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sp>
        <p:nvSpPr>
          <p:cNvPr id="1073" name="Google Shape;1073;p41">
            <a:extLst>
              <a:ext uri="{FF2B5EF4-FFF2-40B4-BE49-F238E27FC236}">
                <a16:creationId xmlns:a16="http://schemas.microsoft.com/office/drawing/2014/main" id="{5A947EFE-B523-B71A-0269-C4C70CDA8A13}"/>
              </a:ext>
            </a:extLst>
          </p:cNvPr>
          <p:cNvSpPr/>
          <p:nvPr/>
        </p:nvSpPr>
        <p:spPr>
          <a:xfrm rot="5400000">
            <a:off x="118753" y="1272000"/>
            <a:ext cx="2325825" cy="2325825"/>
          </a:xfrm>
          <a:custGeom>
            <a:avLst/>
            <a:gdLst/>
            <a:ahLst/>
            <a:cxnLst/>
            <a:rect l="l" t="t" r="r" b="b"/>
            <a:pathLst>
              <a:path w="93033" h="93033" extrusionOk="0">
                <a:moveTo>
                  <a:pt x="89685" y="61054"/>
                </a:moveTo>
                <a:lnTo>
                  <a:pt x="89685" y="63796"/>
                </a:lnTo>
                <a:lnTo>
                  <a:pt x="89927" y="63150"/>
                </a:lnTo>
                <a:lnTo>
                  <a:pt x="89927" y="61054"/>
                </a:lnTo>
                <a:lnTo>
                  <a:pt x="90693" y="61054"/>
                </a:lnTo>
                <a:cubicBezTo>
                  <a:pt x="90733" y="60973"/>
                  <a:pt x="90733" y="60892"/>
                  <a:pt x="90774" y="60812"/>
                </a:cubicBezTo>
                <a:lnTo>
                  <a:pt x="89927" y="60812"/>
                </a:lnTo>
                <a:lnTo>
                  <a:pt x="89927" y="56255"/>
                </a:lnTo>
                <a:lnTo>
                  <a:pt x="91984" y="56255"/>
                </a:lnTo>
                <a:cubicBezTo>
                  <a:pt x="92024" y="56174"/>
                  <a:pt x="92024" y="56093"/>
                  <a:pt x="92064" y="56013"/>
                </a:cubicBezTo>
                <a:lnTo>
                  <a:pt x="89927" y="56013"/>
                </a:lnTo>
                <a:lnTo>
                  <a:pt x="89927" y="51456"/>
                </a:lnTo>
                <a:lnTo>
                  <a:pt x="92750" y="51456"/>
                </a:lnTo>
                <a:cubicBezTo>
                  <a:pt x="92750" y="51375"/>
                  <a:pt x="92790" y="51295"/>
                  <a:pt x="92790" y="51174"/>
                </a:cubicBezTo>
                <a:lnTo>
                  <a:pt x="89927" y="51174"/>
                </a:lnTo>
                <a:lnTo>
                  <a:pt x="89927" y="46617"/>
                </a:lnTo>
                <a:lnTo>
                  <a:pt x="93032" y="46617"/>
                </a:lnTo>
                <a:lnTo>
                  <a:pt x="93032" y="46496"/>
                </a:lnTo>
                <a:lnTo>
                  <a:pt x="93032" y="46375"/>
                </a:lnTo>
                <a:lnTo>
                  <a:pt x="89927" y="46375"/>
                </a:lnTo>
                <a:lnTo>
                  <a:pt x="89927" y="41818"/>
                </a:lnTo>
                <a:lnTo>
                  <a:pt x="92790" y="41818"/>
                </a:lnTo>
                <a:cubicBezTo>
                  <a:pt x="92790" y="41737"/>
                  <a:pt x="92750" y="41657"/>
                  <a:pt x="92750" y="41576"/>
                </a:cubicBezTo>
                <a:lnTo>
                  <a:pt x="89927" y="41576"/>
                </a:lnTo>
                <a:lnTo>
                  <a:pt x="89927" y="36979"/>
                </a:lnTo>
                <a:lnTo>
                  <a:pt x="92064" y="36979"/>
                </a:lnTo>
                <a:cubicBezTo>
                  <a:pt x="92024" y="36898"/>
                  <a:pt x="92024" y="36818"/>
                  <a:pt x="91984" y="36737"/>
                </a:cubicBezTo>
                <a:lnTo>
                  <a:pt x="89927" y="36737"/>
                </a:lnTo>
                <a:lnTo>
                  <a:pt x="89927" y="32180"/>
                </a:lnTo>
                <a:lnTo>
                  <a:pt x="90774" y="32180"/>
                </a:lnTo>
                <a:cubicBezTo>
                  <a:pt x="90733" y="32099"/>
                  <a:pt x="90733" y="32019"/>
                  <a:pt x="90693" y="31938"/>
                </a:cubicBezTo>
                <a:lnTo>
                  <a:pt x="89927" y="31938"/>
                </a:lnTo>
                <a:lnTo>
                  <a:pt x="89927" y="29841"/>
                </a:lnTo>
                <a:lnTo>
                  <a:pt x="89685" y="29196"/>
                </a:lnTo>
                <a:lnTo>
                  <a:pt x="89685" y="31938"/>
                </a:lnTo>
                <a:lnTo>
                  <a:pt x="85128" y="31938"/>
                </a:lnTo>
                <a:lnTo>
                  <a:pt x="85128" y="27381"/>
                </a:lnTo>
                <a:lnTo>
                  <a:pt x="88919" y="27381"/>
                </a:lnTo>
                <a:cubicBezTo>
                  <a:pt x="88879" y="27301"/>
                  <a:pt x="88838" y="27220"/>
                  <a:pt x="88798" y="27139"/>
                </a:cubicBezTo>
                <a:lnTo>
                  <a:pt x="85128" y="27139"/>
                </a:lnTo>
                <a:lnTo>
                  <a:pt x="85128" y="22542"/>
                </a:lnTo>
                <a:lnTo>
                  <a:pt x="86378" y="22542"/>
                </a:lnTo>
                <a:cubicBezTo>
                  <a:pt x="86338" y="22462"/>
                  <a:pt x="86298" y="22381"/>
                  <a:pt x="86257" y="22300"/>
                </a:cubicBezTo>
                <a:lnTo>
                  <a:pt x="85128" y="22300"/>
                </a:lnTo>
                <a:lnTo>
                  <a:pt x="85128" y="20566"/>
                </a:lnTo>
                <a:cubicBezTo>
                  <a:pt x="85048" y="20445"/>
                  <a:pt x="84967" y="20324"/>
                  <a:pt x="84886" y="20203"/>
                </a:cubicBezTo>
                <a:lnTo>
                  <a:pt x="84886" y="22300"/>
                </a:lnTo>
                <a:lnTo>
                  <a:pt x="80329" y="22300"/>
                </a:lnTo>
                <a:lnTo>
                  <a:pt x="80329" y="17743"/>
                </a:lnTo>
                <a:lnTo>
                  <a:pt x="83072" y="17743"/>
                </a:lnTo>
                <a:lnTo>
                  <a:pt x="82870" y="17501"/>
                </a:lnTo>
                <a:lnTo>
                  <a:pt x="80329" y="17501"/>
                </a:lnTo>
                <a:lnTo>
                  <a:pt x="80329" y="14558"/>
                </a:lnTo>
                <a:lnTo>
                  <a:pt x="80087" y="14316"/>
                </a:lnTo>
                <a:lnTo>
                  <a:pt x="80087" y="17501"/>
                </a:lnTo>
                <a:lnTo>
                  <a:pt x="75490" y="17501"/>
                </a:lnTo>
                <a:lnTo>
                  <a:pt x="75490" y="12945"/>
                </a:lnTo>
                <a:lnTo>
                  <a:pt x="78716" y="12945"/>
                </a:lnTo>
                <a:lnTo>
                  <a:pt x="78434" y="12703"/>
                </a:lnTo>
                <a:lnTo>
                  <a:pt x="75490" y="12703"/>
                </a:lnTo>
                <a:lnTo>
                  <a:pt x="75490" y="10122"/>
                </a:lnTo>
                <a:lnTo>
                  <a:pt x="75248" y="9920"/>
                </a:lnTo>
                <a:lnTo>
                  <a:pt x="75248" y="12703"/>
                </a:lnTo>
                <a:lnTo>
                  <a:pt x="70691" y="12703"/>
                </a:lnTo>
                <a:lnTo>
                  <a:pt x="70691" y="8106"/>
                </a:lnTo>
                <a:lnTo>
                  <a:pt x="72788" y="8106"/>
                </a:lnTo>
                <a:cubicBezTo>
                  <a:pt x="72667" y="8025"/>
                  <a:pt x="72546" y="7944"/>
                  <a:pt x="72425" y="7864"/>
                </a:cubicBezTo>
                <a:lnTo>
                  <a:pt x="70691" y="7864"/>
                </a:lnTo>
                <a:lnTo>
                  <a:pt x="70691" y="6775"/>
                </a:lnTo>
                <a:cubicBezTo>
                  <a:pt x="70611" y="6694"/>
                  <a:pt x="70530" y="6654"/>
                  <a:pt x="70450" y="6613"/>
                </a:cubicBezTo>
                <a:lnTo>
                  <a:pt x="70450" y="7864"/>
                </a:lnTo>
                <a:lnTo>
                  <a:pt x="65893" y="7864"/>
                </a:lnTo>
                <a:lnTo>
                  <a:pt x="65893" y="4194"/>
                </a:lnTo>
                <a:cubicBezTo>
                  <a:pt x="65812" y="4154"/>
                  <a:pt x="65731" y="4113"/>
                  <a:pt x="65651" y="4073"/>
                </a:cubicBezTo>
                <a:lnTo>
                  <a:pt x="65651" y="7864"/>
                </a:lnTo>
                <a:lnTo>
                  <a:pt x="61054" y="7864"/>
                </a:lnTo>
                <a:lnTo>
                  <a:pt x="61054" y="3307"/>
                </a:lnTo>
                <a:lnTo>
                  <a:pt x="63796" y="3307"/>
                </a:lnTo>
                <a:lnTo>
                  <a:pt x="63191" y="3065"/>
                </a:lnTo>
                <a:lnTo>
                  <a:pt x="61054" y="3065"/>
                </a:lnTo>
                <a:lnTo>
                  <a:pt x="61054" y="2339"/>
                </a:lnTo>
                <a:cubicBezTo>
                  <a:pt x="60973" y="2299"/>
                  <a:pt x="60892" y="2258"/>
                  <a:pt x="60812" y="2258"/>
                </a:cubicBezTo>
                <a:lnTo>
                  <a:pt x="60812" y="3065"/>
                </a:lnTo>
                <a:lnTo>
                  <a:pt x="56255" y="3065"/>
                </a:lnTo>
                <a:lnTo>
                  <a:pt x="56255" y="1048"/>
                </a:lnTo>
                <a:cubicBezTo>
                  <a:pt x="56174" y="1008"/>
                  <a:pt x="56093" y="1008"/>
                  <a:pt x="56013" y="968"/>
                </a:cubicBezTo>
                <a:lnTo>
                  <a:pt x="56013" y="3065"/>
                </a:lnTo>
                <a:lnTo>
                  <a:pt x="51456" y="3065"/>
                </a:lnTo>
                <a:lnTo>
                  <a:pt x="51456" y="282"/>
                </a:lnTo>
                <a:cubicBezTo>
                  <a:pt x="51375" y="242"/>
                  <a:pt x="51295" y="242"/>
                  <a:pt x="51214" y="242"/>
                </a:cubicBezTo>
                <a:lnTo>
                  <a:pt x="51214" y="3065"/>
                </a:lnTo>
                <a:lnTo>
                  <a:pt x="46617" y="3065"/>
                </a:lnTo>
                <a:lnTo>
                  <a:pt x="46617" y="0"/>
                </a:lnTo>
                <a:lnTo>
                  <a:pt x="46496" y="0"/>
                </a:lnTo>
                <a:lnTo>
                  <a:pt x="46375" y="0"/>
                </a:lnTo>
                <a:lnTo>
                  <a:pt x="46375" y="3065"/>
                </a:lnTo>
                <a:lnTo>
                  <a:pt x="41818" y="3065"/>
                </a:lnTo>
                <a:lnTo>
                  <a:pt x="41818" y="242"/>
                </a:lnTo>
                <a:cubicBezTo>
                  <a:pt x="41737" y="242"/>
                  <a:pt x="41657" y="242"/>
                  <a:pt x="41576" y="242"/>
                </a:cubicBezTo>
                <a:lnTo>
                  <a:pt x="41576" y="3065"/>
                </a:lnTo>
                <a:lnTo>
                  <a:pt x="37019" y="3065"/>
                </a:lnTo>
                <a:lnTo>
                  <a:pt x="37019" y="968"/>
                </a:lnTo>
                <a:cubicBezTo>
                  <a:pt x="36939" y="1008"/>
                  <a:pt x="36858" y="1008"/>
                  <a:pt x="36777" y="1008"/>
                </a:cubicBezTo>
                <a:lnTo>
                  <a:pt x="36777" y="3065"/>
                </a:lnTo>
                <a:lnTo>
                  <a:pt x="32180" y="3065"/>
                </a:lnTo>
                <a:lnTo>
                  <a:pt x="32180" y="2258"/>
                </a:lnTo>
                <a:cubicBezTo>
                  <a:pt x="32099" y="2258"/>
                  <a:pt x="32019" y="2299"/>
                  <a:pt x="31938" y="2339"/>
                </a:cubicBezTo>
                <a:lnTo>
                  <a:pt x="31938" y="3065"/>
                </a:lnTo>
                <a:lnTo>
                  <a:pt x="29841" y="3065"/>
                </a:lnTo>
                <a:lnTo>
                  <a:pt x="29236" y="3307"/>
                </a:lnTo>
                <a:lnTo>
                  <a:pt x="31938" y="3307"/>
                </a:lnTo>
                <a:lnTo>
                  <a:pt x="31938" y="7904"/>
                </a:lnTo>
                <a:lnTo>
                  <a:pt x="27381" y="7904"/>
                </a:lnTo>
                <a:lnTo>
                  <a:pt x="27381" y="4113"/>
                </a:lnTo>
                <a:cubicBezTo>
                  <a:pt x="27301" y="4154"/>
                  <a:pt x="27220" y="4194"/>
                  <a:pt x="27139" y="4234"/>
                </a:cubicBezTo>
                <a:lnTo>
                  <a:pt x="27139" y="7904"/>
                </a:lnTo>
                <a:lnTo>
                  <a:pt x="22542" y="7904"/>
                </a:lnTo>
                <a:lnTo>
                  <a:pt x="22542" y="6613"/>
                </a:lnTo>
                <a:cubicBezTo>
                  <a:pt x="22462" y="6694"/>
                  <a:pt x="22381" y="6734"/>
                  <a:pt x="22300" y="6775"/>
                </a:cubicBezTo>
                <a:lnTo>
                  <a:pt x="22300" y="7904"/>
                </a:lnTo>
                <a:lnTo>
                  <a:pt x="20566" y="7904"/>
                </a:lnTo>
                <a:cubicBezTo>
                  <a:pt x="20445" y="7985"/>
                  <a:pt x="20324" y="8065"/>
                  <a:pt x="20203" y="8146"/>
                </a:cubicBezTo>
                <a:lnTo>
                  <a:pt x="22300" y="8146"/>
                </a:lnTo>
                <a:lnTo>
                  <a:pt x="22300" y="12703"/>
                </a:lnTo>
                <a:lnTo>
                  <a:pt x="17743" y="12703"/>
                </a:lnTo>
                <a:lnTo>
                  <a:pt x="17743" y="9961"/>
                </a:lnTo>
                <a:lnTo>
                  <a:pt x="17501" y="10162"/>
                </a:lnTo>
                <a:lnTo>
                  <a:pt x="17501" y="12703"/>
                </a:lnTo>
                <a:lnTo>
                  <a:pt x="14558" y="12703"/>
                </a:lnTo>
                <a:lnTo>
                  <a:pt x="14316" y="12945"/>
                </a:lnTo>
                <a:lnTo>
                  <a:pt x="17501" y="12945"/>
                </a:lnTo>
                <a:lnTo>
                  <a:pt x="17501" y="17542"/>
                </a:lnTo>
                <a:lnTo>
                  <a:pt x="12945" y="17542"/>
                </a:lnTo>
                <a:lnTo>
                  <a:pt x="12945" y="14316"/>
                </a:lnTo>
                <a:lnTo>
                  <a:pt x="12703" y="14598"/>
                </a:lnTo>
                <a:lnTo>
                  <a:pt x="12703" y="17542"/>
                </a:lnTo>
                <a:lnTo>
                  <a:pt x="10122" y="17542"/>
                </a:lnTo>
                <a:lnTo>
                  <a:pt x="9920" y="17784"/>
                </a:lnTo>
                <a:lnTo>
                  <a:pt x="12703" y="17784"/>
                </a:lnTo>
                <a:lnTo>
                  <a:pt x="12703" y="22341"/>
                </a:lnTo>
                <a:lnTo>
                  <a:pt x="8106" y="22341"/>
                </a:lnTo>
                <a:lnTo>
                  <a:pt x="8106" y="20244"/>
                </a:lnTo>
                <a:cubicBezTo>
                  <a:pt x="8025" y="20365"/>
                  <a:pt x="7944" y="20486"/>
                  <a:pt x="7864" y="20607"/>
                </a:cubicBezTo>
                <a:lnTo>
                  <a:pt x="7864" y="22341"/>
                </a:lnTo>
                <a:lnTo>
                  <a:pt x="6775" y="22341"/>
                </a:lnTo>
                <a:cubicBezTo>
                  <a:pt x="6694" y="22421"/>
                  <a:pt x="6654" y="22502"/>
                  <a:pt x="6613" y="22583"/>
                </a:cubicBezTo>
                <a:lnTo>
                  <a:pt x="7864" y="22583"/>
                </a:lnTo>
                <a:lnTo>
                  <a:pt x="7864" y="27139"/>
                </a:lnTo>
                <a:lnTo>
                  <a:pt x="4194" y="27139"/>
                </a:lnTo>
                <a:cubicBezTo>
                  <a:pt x="4154" y="27220"/>
                  <a:pt x="4113" y="27301"/>
                  <a:pt x="4073" y="27381"/>
                </a:cubicBezTo>
                <a:lnTo>
                  <a:pt x="7864" y="27381"/>
                </a:lnTo>
                <a:lnTo>
                  <a:pt x="7864" y="31978"/>
                </a:lnTo>
                <a:lnTo>
                  <a:pt x="3307" y="31978"/>
                </a:lnTo>
                <a:lnTo>
                  <a:pt x="3307" y="29236"/>
                </a:lnTo>
                <a:lnTo>
                  <a:pt x="3065" y="29841"/>
                </a:lnTo>
                <a:lnTo>
                  <a:pt x="3065" y="31978"/>
                </a:lnTo>
                <a:lnTo>
                  <a:pt x="2299" y="31978"/>
                </a:lnTo>
                <a:cubicBezTo>
                  <a:pt x="2299" y="32059"/>
                  <a:pt x="2258" y="32140"/>
                  <a:pt x="2218" y="32220"/>
                </a:cubicBezTo>
                <a:lnTo>
                  <a:pt x="3065" y="32220"/>
                </a:lnTo>
                <a:lnTo>
                  <a:pt x="3065" y="36777"/>
                </a:lnTo>
                <a:lnTo>
                  <a:pt x="1008" y="36777"/>
                </a:lnTo>
                <a:cubicBezTo>
                  <a:pt x="1008" y="36858"/>
                  <a:pt x="968" y="36939"/>
                  <a:pt x="968" y="37019"/>
                </a:cubicBezTo>
                <a:lnTo>
                  <a:pt x="3065" y="37019"/>
                </a:lnTo>
                <a:lnTo>
                  <a:pt x="3065" y="41576"/>
                </a:lnTo>
                <a:lnTo>
                  <a:pt x="242" y="41576"/>
                </a:lnTo>
                <a:cubicBezTo>
                  <a:pt x="242" y="41657"/>
                  <a:pt x="242" y="41737"/>
                  <a:pt x="242" y="41818"/>
                </a:cubicBezTo>
                <a:lnTo>
                  <a:pt x="3065" y="41818"/>
                </a:lnTo>
                <a:lnTo>
                  <a:pt x="3065" y="46415"/>
                </a:lnTo>
                <a:lnTo>
                  <a:pt x="0" y="46415"/>
                </a:lnTo>
                <a:lnTo>
                  <a:pt x="0" y="46536"/>
                </a:lnTo>
                <a:lnTo>
                  <a:pt x="0" y="46657"/>
                </a:lnTo>
                <a:lnTo>
                  <a:pt x="3065" y="46657"/>
                </a:lnTo>
                <a:lnTo>
                  <a:pt x="3065" y="51214"/>
                </a:lnTo>
                <a:lnTo>
                  <a:pt x="242" y="51214"/>
                </a:lnTo>
                <a:cubicBezTo>
                  <a:pt x="242" y="51295"/>
                  <a:pt x="242" y="51375"/>
                  <a:pt x="242" y="51456"/>
                </a:cubicBezTo>
                <a:lnTo>
                  <a:pt x="3065" y="51456"/>
                </a:lnTo>
                <a:lnTo>
                  <a:pt x="3065" y="56053"/>
                </a:lnTo>
                <a:lnTo>
                  <a:pt x="968" y="56053"/>
                </a:lnTo>
                <a:cubicBezTo>
                  <a:pt x="968" y="56134"/>
                  <a:pt x="1008" y="56174"/>
                  <a:pt x="1008" y="56295"/>
                </a:cubicBezTo>
                <a:lnTo>
                  <a:pt x="3065" y="56295"/>
                </a:lnTo>
                <a:lnTo>
                  <a:pt x="3065" y="60852"/>
                </a:lnTo>
                <a:lnTo>
                  <a:pt x="2218" y="60852"/>
                </a:lnTo>
                <a:cubicBezTo>
                  <a:pt x="2258" y="60933"/>
                  <a:pt x="2299" y="61013"/>
                  <a:pt x="2299" y="61094"/>
                </a:cubicBezTo>
                <a:lnTo>
                  <a:pt x="3065" y="61094"/>
                </a:lnTo>
                <a:lnTo>
                  <a:pt x="3065" y="63191"/>
                </a:lnTo>
                <a:lnTo>
                  <a:pt x="3307" y="63836"/>
                </a:lnTo>
                <a:lnTo>
                  <a:pt x="3307" y="61094"/>
                </a:lnTo>
                <a:lnTo>
                  <a:pt x="7864" y="61094"/>
                </a:lnTo>
                <a:lnTo>
                  <a:pt x="7864" y="65651"/>
                </a:lnTo>
                <a:lnTo>
                  <a:pt x="4073" y="65651"/>
                </a:lnTo>
                <a:cubicBezTo>
                  <a:pt x="4113" y="65731"/>
                  <a:pt x="4154" y="65812"/>
                  <a:pt x="4194" y="65893"/>
                </a:cubicBezTo>
                <a:lnTo>
                  <a:pt x="7864" y="65893"/>
                </a:lnTo>
                <a:lnTo>
                  <a:pt x="7864" y="70490"/>
                </a:lnTo>
                <a:lnTo>
                  <a:pt x="6613" y="70490"/>
                </a:lnTo>
                <a:cubicBezTo>
                  <a:pt x="6654" y="70570"/>
                  <a:pt x="6694" y="70651"/>
                  <a:pt x="6775" y="70732"/>
                </a:cubicBezTo>
                <a:lnTo>
                  <a:pt x="7864" y="70732"/>
                </a:lnTo>
                <a:lnTo>
                  <a:pt x="7864" y="72466"/>
                </a:lnTo>
                <a:cubicBezTo>
                  <a:pt x="7944" y="72587"/>
                  <a:pt x="8025" y="72708"/>
                  <a:pt x="8106" y="72829"/>
                </a:cubicBezTo>
                <a:lnTo>
                  <a:pt x="8106" y="70732"/>
                </a:lnTo>
                <a:lnTo>
                  <a:pt x="12703" y="70732"/>
                </a:lnTo>
                <a:lnTo>
                  <a:pt x="12703" y="75289"/>
                </a:lnTo>
                <a:lnTo>
                  <a:pt x="9920" y="75289"/>
                </a:lnTo>
                <a:lnTo>
                  <a:pt x="10122" y="75531"/>
                </a:lnTo>
                <a:lnTo>
                  <a:pt x="12703" y="75531"/>
                </a:lnTo>
                <a:lnTo>
                  <a:pt x="12703" y="78474"/>
                </a:lnTo>
                <a:lnTo>
                  <a:pt x="12945" y="78716"/>
                </a:lnTo>
                <a:lnTo>
                  <a:pt x="12945" y="75531"/>
                </a:lnTo>
                <a:lnTo>
                  <a:pt x="17501" y="75531"/>
                </a:lnTo>
                <a:lnTo>
                  <a:pt x="17501" y="80087"/>
                </a:lnTo>
                <a:lnTo>
                  <a:pt x="14316" y="80087"/>
                </a:lnTo>
                <a:lnTo>
                  <a:pt x="14558" y="80329"/>
                </a:lnTo>
                <a:lnTo>
                  <a:pt x="17501" y="80329"/>
                </a:lnTo>
                <a:lnTo>
                  <a:pt x="17501" y="82910"/>
                </a:lnTo>
                <a:lnTo>
                  <a:pt x="17743" y="83072"/>
                </a:lnTo>
                <a:lnTo>
                  <a:pt x="17743" y="80329"/>
                </a:lnTo>
                <a:lnTo>
                  <a:pt x="22300" y="80329"/>
                </a:lnTo>
                <a:lnTo>
                  <a:pt x="22300" y="84927"/>
                </a:lnTo>
                <a:lnTo>
                  <a:pt x="20203" y="84927"/>
                </a:lnTo>
                <a:cubicBezTo>
                  <a:pt x="20324" y="85007"/>
                  <a:pt x="20445" y="85088"/>
                  <a:pt x="20566" y="85168"/>
                </a:cubicBezTo>
                <a:lnTo>
                  <a:pt x="22300" y="85168"/>
                </a:lnTo>
                <a:lnTo>
                  <a:pt x="22300" y="86257"/>
                </a:lnTo>
                <a:cubicBezTo>
                  <a:pt x="22381" y="86338"/>
                  <a:pt x="22462" y="86378"/>
                  <a:pt x="22542" y="86419"/>
                </a:cubicBezTo>
                <a:lnTo>
                  <a:pt x="22542" y="85168"/>
                </a:lnTo>
                <a:lnTo>
                  <a:pt x="27139" y="85168"/>
                </a:lnTo>
                <a:lnTo>
                  <a:pt x="27139" y="88838"/>
                </a:lnTo>
                <a:cubicBezTo>
                  <a:pt x="27220" y="88878"/>
                  <a:pt x="27301" y="88919"/>
                  <a:pt x="27381" y="88959"/>
                </a:cubicBezTo>
                <a:lnTo>
                  <a:pt x="27381" y="85168"/>
                </a:lnTo>
                <a:lnTo>
                  <a:pt x="31938" y="85168"/>
                </a:lnTo>
                <a:lnTo>
                  <a:pt x="31938" y="89725"/>
                </a:lnTo>
                <a:lnTo>
                  <a:pt x="29236" y="89725"/>
                </a:lnTo>
                <a:lnTo>
                  <a:pt x="29841" y="89967"/>
                </a:lnTo>
                <a:lnTo>
                  <a:pt x="31938" y="89967"/>
                </a:lnTo>
                <a:lnTo>
                  <a:pt x="31938" y="90733"/>
                </a:lnTo>
                <a:cubicBezTo>
                  <a:pt x="32019" y="90733"/>
                  <a:pt x="32099" y="90774"/>
                  <a:pt x="32180" y="90814"/>
                </a:cubicBezTo>
                <a:lnTo>
                  <a:pt x="32180" y="89967"/>
                </a:lnTo>
                <a:lnTo>
                  <a:pt x="36777" y="89967"/>
                </a:lnTo>
                <a:lnTo>
                  <a:pt x="36777" y="92024"/>
                </a:lnTo>
                <a:cubicBezTo>
                  <a:pt x="36858" y="92024"/>
                  <a:pt x="36939" y="92064"/>
                  <a:pt x="37019" y="92064"/>
                </a:cubicBezTo>
                <a:lnTo>
                  <a:pt x="37019" y="89967"/>
                </a:lnTo>
                <a:lnTo>
                  <a:pt x="41576" y="89967"/>
                </a:lnTo>
                <a:lnTo>
                  <a:pt x="41576" y="92790"/>
                </a:lnTo>
                <a:cubicBezTo>
                  <a:pt x="41657" y="92790"/>
                  <a:pt x="41737" y="92790"/>
                  <a:pt x="41818" y="92790"/>
                </a:cubicBezTo>
                <a:lnTo>
                  <a:pt x="41818" y="89967"/>
                </a:lnTo>
                <a:lnTo>
                  <a:pt x="46375" y="89967"/>
                </a:lnTo>
                <a:lnTo>
                  <a:pt x="46375" y="93032"/>
                </a:lnTo>
                <a:lnTo>
                  <a:pt x="46496" y="93032"/>
                </a:lnTo>
                <a:lnTo>
                  <a:pt x="46617" y="93032"/>
                </a:lnTo>
                <a:lnTo>
                  <a:pt x="46617" y="89967"/>
                </a:lnTo>
                <a:lnTo>
                  <a:pt x="51214" y="89967"/>
                </a:lnTo>
                <a:lnTo>
                  <a:pt x="51214" y="92790"/>
                </a:lnTo>
                <a:cubicBezTo>
                  <a:pt x="51295" y="92790"/>
                  <a:pt x="51375" y="92790"/>
                  <a:pt x="51456" y="92790"/>
                </a:cubicBezTo>
                <a:lnTo>
                  <a:pt x="51456" y="89967"/>
                </a:lnTo>
                <a:lnTo>
                  <a:pt x="56013" y="89967"/>
                </a:lnTo>
                <a:lnTo>
                  <a:pt x="56013" y="92064"/>
                </a:lnTo>
                <a:cubicBezTo>
                  <a:pt x="56093" y="92064"/>
                  <a:pt x="56174" y="92024"/>
                  <a:pt x="56255" y="92024"/>
                </a:cubicBezTo>
                <a:lnTo>
                  <a:pt x="56255" y="89967"/>
                </a:lnTo>
                <a:lnTo>
                  <a:pt x="60812" y="89967"/>
                </a:lnTo>
                <a:lnTo>
                  <a:pt x="60812" y="90814"/>
                </a:lnTo>
                <a:cubicBezTo>
                  <a:pt x="60892" y="90774"/>
                  <a:pt x="60973" y="90733"/>
                  <a:pt x="61054" y="90733"/>
                </a:cubicBezTo>
                <a:lnTo>
                  <a:pt x="61054" y="89967"/>
                </a:lnTo>
                <a:lnTo>
                  <a:pt x="63191" y="89967"/>
                </a:lnTo>
                <a:lnTo>
                  <a:pt x="63796" y="89725"/>
                </a:lnTo>
                <a:lnTo>
                  <a:pt x="61054" y="89725"/>
                </a:lnTo>
                <a:lnTo>
                  <a:pt x="61054" y="85168"/>
                </a:lnTo>
                <a:lnTo>
                  <a:pt x="65651" y="85168"/>
                </a:lnTo>
                <a:lnTo>
                  <a:pt x="65651" y="88959"/>
                </a:lnTo>
                <a:cubicBezTo>
                  <a:pt x="65731" y="88919"/>
                  <a:pt x="65812" y="88878"/>
                  <a:pt x="65893" y="88838"/>
                </a:cubicBezTo>
                <a:lnTo>
                  <a:pt x="65893" y="85168"/>
                </a:lnTo>
                <a:lnTo>
                  <a:pt x="70450" y="85168"/>
                </a:lnTo>
                <a:lnTo>
                  <a:pt x="70450" y="86419"/>
                </a:lnTo>
                <a:cubicBezTo>
                  <a:pt x="70530" y="86378"/>
                  <a:pt x="70611" y="86338"/>
                  <a:pt x="70691" y="86257"/>
                </a:cubicBezTo>
                <a:lnTo>
                  <a:pt x="70691" y="85168"/>
                </a:lnTo>
                <a:lnTo>
                  <a:pt x="72425" y="85168"/>
                </a:lnTo>
                <a:cubicBezTo>
                  <a:pt x="72546" y="85088"/>
                  <a:pt x="72667" y="85007"/>
                  <a:pt x="72788" y="84927"/>
                </a:cubicBezTo>
                <a:lnTo>
                  <a:pt x="70691" y="84927"/>
                </a:lnTo>
                <a:lnTo>
                  <a:pt x="70691" y="80329"/>
                </a:lnTo>
                <a:lnTo>
                  <a:pt x="75248" y="80329"/>
                </a:lnTo>
                <a:lnTo>
                  <a:pt x="75248" y="83072"/>
                </a:lnTo>
                <a:lnTo>
                  <a:pt x="75490" y="82910"/>
                </a:lnTo>
                <a:lnTo>
                  <a:pt x="75490" y="80329"/>
                </a:lnTo>
                <a:lnTo>
                  <a:pt x="78434" y="80329"/>
                </a:lnTo>
                <a:lnTo>
                  <a:pt x="78716" y="80087"/>
                </a:lnTo>
                <a:lnTo>
                  <a:pt x="75490" y="80087"/>
                </a:lnTo>
                <a:lnTo>
                  <a:pt x="75490" y="75531"/>
                </a:lnTo>
                <a:lnTo>
                  <a:pt x="80087" y="75531"/>
                </a:lnTo>
                <a:lnTo>
                  <a:pt x="80087" y="78716"/>
                </a:lnTo>
                <a:lnTo>
                  <a:pt x="80329" y="78474"/>
                </a:lnTo>
                <a:lnTo>
                  <a:pt x="80329" y="75531"/>
                </a:lnTo>
                <a:lnTo>
                  <a:pt x="82870" y="75531"/>
                </a:lnTo>
                <a:lnTo>
                  <a:pt x="83072" y="75289"/>
                </a:lnTo>
                <a:lnTo>
                  <a:pt x="80329" y="75289"/>
                </a:lnTo>
                <a:lnTo>
                  <a:pt x="80329" y="70732"/>
                </a:lnTo>
                <a:lnTo>
                  <a:pt x="84886" y="70732"/>
                </a:lnTo>
                <a:lnTo>
                  <a:pt x="84886" y="72829"/>
                </a:lnTo>
                <a:cubicBezTo>
                  <a:pt x="84967" y="72708"/>
                  <a:pt x="85048" y="72587"/>
                  <a:pt x="85128" y="72466"/>
                </a:cubicBezTo>
                <a:lnTo>
                  <a:pt x="85128" y="70732"/>
                </a:lnTo>
                <a:lnTo>
                  <a:pt x="86257" y="70732"/>
                </a:lnTo>
                <a:cubicBezTo>
                  <a:pt x="86298" y="70651"/>
                  <a:pt x="86338" y="70570"/>
                  <a:pt x="86378" y="70490"/>
                </a:cubicBezTo>
                <a:lnTo>
                  <a:pt x="85128" y="70490"/>
                </a:lnTo>
                <a:lnTo>
                  <a:pt x="85128" y="65893"/>
                </a:lnTo>
                <a:lnTo>
                  <a:pt x="88798" y="65893"/>
                </a:lnTo>
                <a:cubicBezTo>
                  <a:pt x="88838" y="65812"/>
                  <a:pt x="88879" y="65731"/>
                  <a:pt x="88919" y="65651"/>
                </a:cubicBezTo>
                <a:lnTo>
                  <a:pt x="85128" y="65651"/>
                </a:lnTo>
                <a:lnTo>
                  <a:pt x="85128" y="61094"/>
                </a:lnTo>
                <a:lnTo>
                  <a:pt x="89685" y="61094"/>
                </a:lnTo>
                <a:close/>
                <a:moveTo>
                  <a:pt x="85128" y="32180"/>
                </a:moveTo>
                <a:lnTo>
                  <a:pt x="89685" y="32180"/>
                </a:lnTo>
                <a:lnTo>
                  <a:pt x="89685" y="36777"/>
                </a:lnTo>
                <a:lnTo>
                  <a:pt x="85128" y="36777"/>
                </a:lnTo>
                <a:close/>
                <a:moveTo>
                  <a:pt x="85128" y="37019"/>
                </a:moveTo>
                <a:lnTo>
                  <a:pt x="89685" y="37019"/>
                </a:lnTo>
                <a:lnTo>
                  <a:pt x="89685" y="41576"/>
                </a:lnTo>
                <a:lnTo>
                  <a:pt x="85128" y="41576"/>
                </a:lnTo>
                <a:close/>
                <a:moveTo>
                  <a:pt x="85128" y="41818"/>
                </a:moveTo>
                <a:lnTo>
                  <a:pt x="89685" y="41818"/>
                </a:lnTo>
                <a:lnTo>
                  <a:pt x="89685" y="46375"/>
                </a:lnTo>
                <a:lnTo>
                  <a:pt x="85128" y="46375"/>
                </a:lnTo>
                <a:close/>
                <a:moveTo>
                  <a:pt x="85128" y="46617"/>
                </a:moveTo>
                <a:lnTo>
                  <a:pt x="89685" y="46617"/>
                </a:lnTo>
                <a:lnTo>
                  <a:pt x="89685" y="51214"/>
                </a:lnTo>
                <a:lnTo>
                  <a:pt x="85128" y="51214"/>
                </a:lnTo>
                <a:close/>
                <a:moveTo>
                  <a:pt x="85128" y="51456"/>
                </a:moveTo>
                <a:lnTo>
                  <a:pt x="89685" y="51456"/>
                </a:lnTo>
                <a:lnTo>
                  <a:pt x="89685" y="56013"/>
                </a:lnTo>
                <a:lnTo>
                  <a:pt x="85128" y="56013"/>
                </a:lnTo>
                <a:close/>
                <a:moveTo>
                  <a:pt x="85128" y="56255"/>
                </a:moveTo>
                <a:lnTo>
                  <a:pt x="89685" y="56255"/>
                </a:lnTo>
                <a:lnTo>
                  <a:pt x="89685" y="60812"/>
                </a:lnTo>
                <a:lnTo>
                  <a:pt x="85128" y="60812"/>
                </a:lnTo>
                <a:close/>
                <a:moveTo>
                  <a:pt x="7904" y="60812"/>
                </a:moveTo>
                <a:lnTo>
                  <a:pt x="3347" y="60812"/>
                </a:lnTo>
                <a:lnTo>
                  <a:pt x="3347" y="56255"/>
                </a:lnTo>
                <a:lnTo>
                  <a:pt x="7904" y="56255"/>
                </a:lnTo>
                <a:close/>
                <a:moveTo>
                  <a:pt x="7904" y="56013"/>
                </a:moveTo>
                <a:lnTo>
                  <a:pt x="3347" y="56013"/>
                </a:lnTo>
                <a:lnTo>
                  <a:pt x="3347" y="51456"/>
                </a:lnTo>
                <a:lnTo>
                  <a:pt x="7904" y="51456"/>
                </a:lnTo>
                <a:close/>
                <a:moveTo>
                  <a:pt x="7904" y="51214"/>
                </a:moveTo>
                <a:lnTo>
                  <a:pt x="3347" y="51214"/>
                </a:lnTo>
                <a:lnTo>
                  <a:pt x="3347" y="46617"/>
                </a:lnTo>
                <a:lnTo>
                  <a:pt x="7904" y="46617"/>
                </a:lnTo>
                <a:close/>
                <a:moveTo>
                  <a:pt x="7904" y="46375"/>
                </a:moveTo>
                <a:lnTo>
                  <a:pt x="3347" y="46375"/>
                </a:lnTo>
                <a:lnTo>
                  <a:pt x="3347" y="41818"/>
                </a:lnTo>
                <a:lnTo>
                  <a:pt x="7904" y="41818"/>
                </a:lnTo>
                <a:close/>
                <a:moveTo>
                  <a:pt x="7904" y="41576"/>
                </a:moveTo>
                <a:lnTo>
                  <a:pt x="3347" y="41576"/>
                </a:lnTo>
                <a:lnTo>
                  <a:pt x="3347" y="37019"/>
                </a:lnTo>
                <a:lnTo>
                  <a:pt x="7904" y="37019"/>
                </a:lnTo>
                <a:close/>
                <a:moveTo>
                  <a:pt x="7904" y="36777"/>
                </a:moveTo>
                <a:lnTo>
                  <a:pt x="3347" y="36777"/>
                </a:lnTo>
                <a:lnTo>
                  <a:pt x="3347" y="32180"/>
                </a:lnTo>
                <a:lnTo>
                  <a:pt x="7904" y="32180"/>
                </a:lnTo>
                <a:close/>
                <a:moveTo>
                  <a:pt x="12703" y="70449"/>
                </a:moveTo>
                <a:lnTo>
                  <a:pt x="8146" y="70449"/>
                </a:lnTo>
                <a:lnTo>
                  <a:pt x="8146" y="65893"/>
                </a:lnTo>
                <a:lnTo>
                  <a:pt x="12703" y="65893"/>
                </a:lnTo>
                <a:close/>
                <a:moveTo>
                  <a:pt x="12703" y="65610"/>
                </a:moveTo>
                <a:lnTo>
                  <a:pt x="8146" y="65610"/>
                </a:lnTo>
                <a:lnTo>
                  <a:pt x="8146" y="61054"/>
                </a:lnTo>
                <a:lnTo>
                  <a:pt x="12703" y="61054"/>
                </a:lnTo>
                <a:close/>
                <a:moveTo>
                  <a:pt x="12703" y="60812"/>
                </a:moveTo>
                <a:lnTo>
                  <a:pt x="8146" y="60812"/>
                </a:lnTo>
                <a:lnTo>
                  <a:pt x="8146" y="56255"/>
                </a:lnTo>
                <a:lnTo>
                  <a:pt x="12703" y="56255"/>
                </a:lnTo>
                <a:close/>
                <a:moveTo>
                  <a:pt x="12703" y="56013"/>
                </a:moveTo>
                <a:lnTo>
                  <a:pt x="8146" y="56013"/>
                </a:lnTo>
                <a:lnTo>
                  <a:pt x="8146" y="51456"/>
                </a:lnTo>
                <a:lnTo>
                  <a:pt x="12703" y="51456"/>
                </a:lnTo>
                <a:close/>
                <a:moveTo>
                  <a:pt x="12703" y="51174"/>
                </a:moveTo>
                <a:lnTo>
                  <a:pt x="8146" y="51174"/>
                </a:lnTo>
                <a:lnTo>
                  <a:pt x="8146" y="46617"/>
                </a:lnTo>
                <a:lnTo>
                  <a:pt x="12703" y="46617"/>
                </a:lnTo>
                <a:close/>
                <a:moveTo>
                  <a:pt x="12703" y="46375"/>
                </a:moveTo>
                <a:lnTo>
                  <a:pt x="8146" y="46375"/>
                </a:lnTo>
                <a:lnTo>
                  <a:pt x="8146" y="41818"/>
                </a:lnTo>
                <a:lnTo>
                  <a:pt x="12703" y="41818"/>
                </a:lnTo>
                <a:close/>
                <a:moveTo>
                  <a:pt x="12703" y="41576"/>
                </a:moveTo>
                <a:lnTo>
                  <a:pt x="8146" y="41576"/>
                </a:lnTo>
                <a:lnTo>
                  <a:pt x="8146" y="36979"/>
                </a:lnTo>
                <a:lnTo>
                  <a:pt x="12703" y="36979"/>
                </a:lnTo>
                <a:close/>
                <a:moveTo>
                  <a:pt x="12703" y="36737"/>
                </a:moveTo>
                <a:lnTo>
                  <a:pt x="8146" y="36737"/>
                </a:lnTo>
                <a:lnTo>
                  <a:pt x="8146" y="32180"/>
                </a:lnTo>
                <a:lnTo>
                  <a:pt x="12703" y="32180"/>
                </a:lnTo>
                <a:close/>
                <a:moveTo>
                  <a:pt x="12703" y="31938"/>
                </a:moveTo>
                <a:lnTo>
                  <a:pt x="8146" y="31938"/>
                </a:lnTo>
                <a:lnTo>
                  <a:pt x="8146" y="27381"/>
                </a:lnTo>
                <a:lnTo>
                  <a:pt x="12703" y="27381"/>
                </a:lnTo>
                <a:close/>
                <a:moveTo>
                  <a:pt x="12703" y="27139"/>
                </a:moveTo>
                <a:lnTo>
                  <a:pt x="8146" y="27139"/>
                </a:lnTo>
                <a:lnTo>
                  <a:pt x="8146" y="22542"/>
                </a:lnTo>
                <a:lnTo>
                  <a:pt x="12703" y="22542"/>
                </a:lnTo>
                <a:close/>
                <a:moveTo>
                  <a:pt x="17542" y="75248"/>
                </a:moveTo>
                <a:lnTo>
                  <a:pt x="12945" y="75248"/>
                </a:lnTo>
                <a:lnTo>
                  <a:pt x="12945" y="70651"/>
                </a:lnTo>
                <a:lnTo>
                  <a:pt x="17542" y="70651"/>
                </a:lnTo>
                <a:close/>
                <a:moveTo>
                  <a:pt x="17542" y="70449"/>
                </a:moveTo>
                <a:lnTo>
                  <a:pt x="12945" y="70449"/>
                </a:lnTo>
                <a:lnTo>
                  <a:pt x="12945" y="65852"/>
                </a:lnTo>
                <a:lnTo>
                  <a:pt x="17542" y="65852"/>
                </a:lnTo>
                <a:close/>
                <a:moveTo>
                  <a:pt x="17542" y="65610"/>
                </a:moveTo>
                <a:lnTo>
                  <a:pt x="12945" y="65610"/>
                </a:lnTo>
                <a:lnTo>
                  <a:pt x="12945" y="61054"/>
                </a:lnTo>
                <a:lnTo>
                  <a:pt x="17542" y="61054"/>
                </a:lnTo>
                <a:close/>
                <a:moveTo>
                  <a:pt x="17542" y="60812"/>
                </a:moveTo>
                <a:lnTo>
                  <a:pt x="12945" y="60812"/>
                </a:lnTo>
                <a:lnTo>
                  <a:pt x="12945" y="56214"/>
                </a:lnTo>
                <a:lnTo>
                  <a:pt x="17542" y="56214"/>
                </a:lnTo>
                <a:close/>
                <a:moveTo>
                  <a:pt x="17542" y="55972"/>
                </a:moveTo>
                <a:lnTo>
                  <a:pt x="12945" y="55972"/>
                </a:lnTo>
                <a:lnTo>
                  <a:pt x="12945" y="51416"/>
                </a:lnTo>
                <a:lnTo>
                  <a:pt x="17542" y="51416"/>
                </a:lnTo>
                <a:close/>
                <a:moveTo>
                  <a:pt x="17542" y="51174"/>
                </a:moveTo>
                <a:lnTo>
                  <a:pt x="12945" y="51174"/>
                </a:lnTo>
                <a:lnTo>
                  <a:pt x="12945" y="46617"/>
                </a:lnTo>
                <a:lnTo>
                  <a:pt x="17542" y="46617"/>
                </a:lnTo>
                <a:close/>
                <a:moveTo>
                  <a:pt x="17542" y="46375"/>
                </a:moveTo>
                <a:lnTo>
                  <a:pt x="12945" y="46375"/>
                </a:lnTo>
                <a:lnTo>
                  <a:pt x="12945" y="41778"/>
                </a:lnTo>
                <a:lnTo>
                  <a:pt x="17542" y="41778"/>
                </a:lnTo>
                <a:close/>
                <a:moveTo>
                  <a:pt x="17542" y="41536"/>
                </a:moveTo>
                <a:lnTo>
                  <a:pt x="12945" y="41536"/>
                </a:lnTo>
                <a:lnTo>
                  <a:pt x="12945" y="36979"/>
                </a:lnTo>
                <a:lnTo>
                  <a:pt x="17542" y="36979"/>
                </a:lnTo>
                <a:close/>
                <a:moveTo>
                  <a:pt x="17542" y="36737"/>
                </a:moveTo>
                <a:lnTo>
                  <a:pt x="12945" y="36737"/>
                </a:lnTo>
                <a:lnTo>
                  <a:pt x="12945" y="32180"/>
                </a:lnTo>
                <a:lnTo>
                  <a:pt x="17542" y="32180"/>
                </a:lnTo>
                <a:close/>
                <a:moveTo>
                  <a:pt x="17542" y="31938"/>
                </a:moveTo>
                <a:lnTo>
                  <a:pt x="12945" y="31938"/>
                </a:lnTo>
                <a:lnTo>
                  <a:pt x="12945" y="27341"/>
                </a:lnTo>
                <a:lnTo>
                  <a:pt x="17542" y="27341"/>
                </a:lnTo>
                <a:close/>
                <a:moveTo>
                  <a:pt x="17542" y="27099"/>
                </a:moveTo>
                <a:lnTo>
                  <a:pt x="12945" y="27099"/>
                </a:lnTo>
                <a:lnTo>
                  <a:pt x="12945" y="22542"/>
                </a:lnTo>
                <a:lnTo>
                  <a:pt x="17542" y="22542"/>
                </a:lnTo>
                <a:close/>
                <a:moveTo>
                  <a:pt x="17542" y="22300"/>
                </a:moveTo>
                <a:lnTo>
                  <a:pt x="12945" y="22300"/>
                </a:lnTo>
                <a:lnTo>
                  <a:pt x="12945" y="17743"/>
                </a:lnTo>
                <a:lnTo>
                  <a:pt x="17542" y="17743"/>
                </a:lnTo>
                <a:close/>
                <a:moveTo>
                  <a:pt x="22341" y="80047"/>
                </a:moveTo>
                <a:lnTo>
                  <a:pt x="17784" y="80047"/>
                </a:lnTo>
                <a:lnTo>
                  <a:pt x="17784" y="75450"/>
                </a:lnTo>
                <a:lnTo>
                  <a:pt x="22341" y="75450"/>
                </a:lnTo>
                <a:close/>
                <a:moveTo>
                  <a:pt x="22341" y="75208"/>
                </a:moveTo>
                <a:lnTo>
                  <a:pt x="17784" y="75208"/>
                </a:lnTo>
                <a:lnTo>
                  <a:pt x="17784" y="70651"/>
                </a:lnTo>
                <a:lnTo>
                  <a:pt x="22341" y="70651"/>
                </a:lnTo>
                <a:close/>
                <a:moveTo>
                  <a:pt x="22341" y="70409"/>
                </a:moveTo>
                <a:lnTo>
                  <a:pt x="17784" y="70409"/>
                </a:lnTo>
                <a:lnTo>
                  <a:pt x="17784" y="65852"/>
                </a:lnTo>
                <a:lnTo>
                  <a:pt x="22341" y="65852"/>
                </a:lnTo>
                <a:close/>
                <a:moveTo>
                  <a:pt x="22341" y="65610"/>
                </a:moveTo>
                <a:lnTo>
                  <a:pt x="17784" y="65610"/>
                </a:lnTo>
                <a:lnTo>
                  <a:pt x="17784" y="61013"/>
                </a:lnTo>
                <a:lnTo>
                  <a:pt x="22341" y="61013"/>
                </a:lnTo>
                <a:close/>
                <a:moveTo>
                  <a:pt x="22341" y="60771"/>
                </a:moveTo>
                <a:lnTo>
                  <a:pt x="17784" y="60771"/>
                </a:lnTo>
                <a:lnTo>
                  <a:pt x="17784" y="56214"/>
                </a:lnTo>
                <a:lnTo>
                  <a:pt x="22341" y="56214"/>
                </a:lnTo>
                <a:close/>
                <a:moveTo>
                  <a:pt x="22341" y="55972"/>
                </a:moveTo>
                <a:lnTo>
                  <a:pt x="17784" y="55972"/>
                </a:lnTo>
                <a:lnTo>
                  <a:pt x="17784" y="51416"/>
                </a:lnTo>
                <a:lnTo>
                  <a:pt x="22341" y="51416"/>
                </a:lnTo>
                <a:close/>
                <a:moveTo>
                  <a:pt x="22341" y="51174"/>
                </a:moveTo>
                <a:lnTo>
                  <a:pt x="17784" y="51174"/>
                </a:lnTo>
                <a:lnTo>
                  <a:pt x="17784" y="46577"/>
                </a:lnTo>
                <a:lnTo>
                  <a:pt x="22341" y="46577"/>
                </a:lnTo>
                <a:close/>
                <a:moveTo>
                  <a:pt x="22341" y="46335"/>
                </a:moveTo>
                <a:lnTo>
                  <a:pt x="17784" y="46335"/>
                </a:lnTo>
                <a:lnTo>
                  <a:pt x="17784" y="41778"/>
                </a:lnTo>
                <a:lnTo>
                  <a:pt x="22341" y="41778"/>
                </a:lnTo>
                <a:close/>
                <a:moveTo>
                  <a:pt x="22341" y="41536"/>
                </a:moveTo>
                <a:lnTo>
                  <a:pt x="17784" y="41536"/>
                </a:lnTo>
                <a:lnTo>
                  <a:pt x="17784" y="36939"/>
                </a:lnTo>
                <a:lnTo>
                  <a:pt x="22341" y="36939"/>
                </a:lnTo>
                <a:close/>
                <a:moveTo>
                  <a:pt x="22341" y="36737"/>
                </a:moveTo>
                <a:lnTo>
                  <a:pt x="17784" y="36737"/>
                </a:lnTo>
                <a:lnTo>
                  <a:pt x="17784" y="32140"/>
                </a:lnTo>
                <a:lnTo>
                  <a:pt x="22341" y="32140"/>
                </a:lnTo>
                <a:close/>
                <a:moveTo>
                  <a:pt x="22341" y="31898"/>
                </a:moveTo>
                <a:lnTo>
                  <a:pt x="17784" y="31898"/>
                </a:lnTo>
                <a:lnTo>
                  <a:pt x="17784" y="27341"/>
                </a:lnTo>
                <a:lnTo>
                  <a:pt x="22341" y="27341"/>
                </a:lnTo>
                <a:close/>
                <a:moveTo>
                  <a:pt x="22341" y="27099"/>
                </a:moveTo>
                <a:lnTo>
                  <a:pt x="17784" y="27099"/>
                </a:lnTo>
                <a:lnTo>
                  <a:pt x="17784" y="22502"/>
                </a:lnTo>
                <a:lnTo>
                  <a:pt x="22341" y="22502"/>
                </a:lnTo>
                <a:close/>
                <a:moveTo>
                  <a:pt x="22341" y="22260"/>
                </a:moveTo>
                <a:lnTo>
                  <a:pt x="17784" y="22260"/>
                </a:lnTo>
                <a:lnTo>
                  <a:pt x="17784" y="17703"/>
                </a:lnTo>
                <a:lnTo>
                  <a:pt x="22341" y="17703"/>
                </a:lnTo>
                <a:close/>
                <a:moveTo>
                  <a:pt x="22341" y="17461"/>
                </a:moveTo>
                <a:lnTo>
                  <a:pt x="17784" y="17461"/>
                </a:lnTo>
                <a:lnTo>
                  <a:pt x="17784" y="12904"/>
                </a:lnTo>
                <a:lnTo>
                  <a:pt x="22341" y="12904"/>
                </a:lnTo>
                <a:close/>
                <a:moveTo>
                  <a:pt x="27139" y="84846"/>
                </a:moveTo>
                <a:lnTo>
                  <a:pt x="22583" y="84846"/>
                </a:lnTo>
                <a:lnTo>
                  <a:pt x="22583" y="80249"/>
                </a:lnTo>
                <a:lnTo>
                  <a:pt x="27139" y="80249"/>
                </a:lnTo>
                <a:close/>
                <a:moveTo>
                  <a:pt x="27139" y="80007"/>
                </a:moveTo>
                <a:lnTo>
                  <a:pt x="22583" y="80007"/>
                </a:lnTo>
                <a:lnTo>
                  <a:pt x="22583" y="75450"/>
                </a:lnTo>
                <a:lnTo>
                  <a:pt x="27139" y="75450"/>
                </a:lnTo>
                <a:close/>
                <a:moveTo>
                  <a:pt x="27139" y="75208"/>
                </a:moveTo>
                <a:lnTo>
                  <a:pt x="22583" y="75208"/>
                </a:lnTo>
                <a:lnTo>
                  <a:pt x="22583" y="70611"/>
                </a:lnTo>
                <a:lnTo>
                  <a:pt x="27139" y="70611"/>
                </a:lnTo>
                <a:close/>
                <a:moveTo>
                  <a:pt x="27139" y="70369"/>
                </a:moveTo>
                <a:lnTo>
                  <a:pt x="22583" y="70369"/>
                </a:lnTo>
                <a:lnTo>
                  <a:pt x="22583" y="65812"/>
                </a:lnTo>
                <a:lnTo>
                  <a:pt x="27139" y="65812"/>
                </a:lnTo>
                <a:close/>
                <a:moveTo>
                  <a:pt x="27139" y="65570"/>
                </a:moveTo>
                <a:lnTo>
                  <a:pt x="22583" y="65570"/>
                </a:lnTo>
                <a:lnTo>
                  <a:pt x="22583" y="61013"/>
                </a:lnTo>
                <a:lnTo>
                  <a:pt x="27139" y="61013"/>
                </a:lnTo>
                <a:close/>
                <a:moveTo>
                  <a:pt x="27139" y="60771"/>
                </a:moveTo>
                <a:lnTo>
                  <a:pt x="22583" y="60771"/>
                </a:lnTo>
                <a:lnTo>
                  <a:pt x="22583" y="56174"/>
                </a:lnTo>
                <a:lnTo>
                  <a:pt x="27139" y="56174"/>
                </a:lnTo>
                <a:close/>
                <a:moveTo>
                  <a:pt x="27139" y="55932"/>
                </a:moveTo>
                <a:lnTo>
                  <a:pt x="22583" y="55932"/>
                </a:lnTo>
                <a:lnTo>
                  <a:pt x="22583" y="51375"/>
                </a:lnTo>
                <a:lnTo>
                  <a:pt x="27139" y="51375"/>
                </a:lnTo>
                <a:close/>
                <a:moveTo>
                  <a:pt x="27139" y="51133"/>
                </a:moveTo>
                <a:lnTo>
                  <a:pt x="22583" y="51133"/>
                </a:lnTo>
                <a:lnTo>
                  <a:pt x="22583" y="46577"/>
                </a:lnTo>
                <a:lnTo>
                  <a:pt x="27139" y="46577"/>
                </a:lnTo>
                <a:close/>
                <a:moveTo>
                  <a:pt x="27139" y="46335"/>
                </a:moveTo>
                <a:lnTo>
                  <a:pt x="22583" y="46335"/>
                </a:lnTo>
                <a:lnTo>
                  <a:pt x="22583" y="41737"/>
                </a:lnTo>
                <a:lnTo>
                  <a:pt x="27139" y="41737"/>
                </a:lnTo>
                <a:close/>
                <a:moveTo>
                  <a:pt x="27139" y="41495"/>
                </a:moveTo>
                <a:lnTo>
                  <a:pt x="22583" y="41495"/>
                </a:lnTo>
                <a:lnTo>
                  <a:pt x="22583" y="36939"/>
                </a:lnTo>
                <a:lnTo>
                  <a:pt x="27139" y="36939"/>
                </a:lnTo>
                <a:close/>
                <a:moveTo>
                  <a:pt x="27139" y="36697"/>
                </a:moveTo>
                <a:lnTo>
                  <a:pt x="22583" y="36697"/>
                </a:lnTo>
                <a:lnTo>
                  <a:pt x="22583" y="32140"/>
                </a:lnTo>
                <a:lnTo>
                  <a:pt x="27139" y="32140"/>
                </a:lnTo>
                <a:close/>
                <a:moveTo>
                  <a:pt x="27139" y="31898"/>
                </a:moveTo>
                <a:lnTo>
                  <a:pt x="22583" y="31898"/>
                </a:lnTo>
                <a:lnTo>
                  <a:pt x="22583" y="27301"/>
                </a:lnTo>
                <a:lnTo>
                  <a:pt x="27139" y="27301"/>
                </a:lnTo>
                <a:close/>
                <a:moveTo>
                  <a:pt x="27139" y="27059"/>
                </a:moveTo>
                <a:lnTo>
                  <a:pt x="22583" y="27059"/>
                </a:lnTo>
                <a:lnTo>
                  <a:pt x="22583" y="22502"/>
                </a:lnTo>
                <a:lnTo>
                  <a:pt x="27139" y="22502"/>
                </a:lnTo>
                <a:close/>
                <a:moveTo>
                  <a:pt x="27139" y="22260"/>
                </a:moveTo>
                <a:lnTo>
                  <a:pt x="22583" y="22260"/>
                </a:lnTo>
                <a:lnTo>
                  <a:pt x="22583" y="17703"/>
                </a:lnTo>
                <a:lnTo>
                  <a:pt x="27139" y="17703"/>
                </a:lnTo>
                <a:close/>
                <a:moveTo>
                  <a:pt x="27139" y="17461"/>
                </a:moveTo>
                <a:lnTo>
                  <a:pt x="22583" y="17461"/>
                </a:lnTo>
                <a:lnTo>
                  <a:pt x="22583" y="12864"/>
                </a:lnTo>
                <a:lnTo>
                  <a:pt x="27139" y="12864"/>
                </a:lnTo>
                <a:close/>
                <a:moveTo>
                  <a:pt x="27139" y="12622"/>
                </a:moveTo>
                <a:lnTo>
                  <a:pt x="22583" y="12622"/>
                </a:lnTo>
                <a:lnTo>
                  <a:pt x="22583" y="8065"/>
                </a:lnTo>
                <a:lnTo>
                  <a:pt x="27139" y="8065"/>
                </a:lnTo>
                <a:close/>
                <a:moveTo>
                  <a:pt x="31979" y="84806"/>
                </a:moveTo>
                <a:lnTo>
                  <a:pt x="27381" y="84806"/>
                </a:lnTo>
                <a:lnTo>
                  <a:pt x="27381" y="80249"/>
                </a:lnTo>
                <a:lnTo>
                  <a:pt x="31979" y="80249"/>
                </a:lnTo>
                <a:close/>
                <a:moveTo>
                  <a:pt x="31979" y="80007"/>
                </a:moveTo>
                <a:lnTo>
                  <a:pt x="27381" y="80007"/>
                </a:lnTo>
                <a:lnTo>
                  <a:pt x="27381" y="75410"/>
                </a:lnTo>
                <a:lnTo>
                  <a:pt x="31979" y="75410"/>
                </a:lnTo>
                <a:close/>
                <a:moveTo>
                  <a:pt x="31979" y="75168"/>
                </a:moveTo>
                <a:lnTo>
                  <a:pt x="27381" y="75168"/>
                </a:lnTo>
                <a:lnTo>
                  <a:pt x="27381" y="70611"/>
                </a:lnTo>
                <a:lnTo>
                  <a:pt x="31979" y="70611"/>
                </a:lnTo>
                <a:close/>
                <a:moveTo>
                  <a:pt x="31979" y="70369"/>
                </a:moveTo>
                <a:lnTo>
                  <a:pt x="27381" y="70369"/>
                </a:lnTo>
                <a:lnTo>
                  <a:pt x="27381" y="65812"/>
                </a:lnTo>
                <a:lnTo>
                  <a:pt x="31979" y="65812"/>
                </a:lnTo>
                <a:close/>
                <a:moveTo>
                  <a:pt x="31979" y="65570"/>
                </a:moveTo>
                <a:lnTo>
                  <a:pt x="27381" y="65570"/>
                </a:lnTo>
                <a:lnTo>
                  <a:pt x="27381" y="60973"/>
                </a:lnTo>
                <a:lnTo>
                  <a:pt x="31979" y="60973"/>
                </a:lnTo>
                <a:close/>
                <a:moveTo>
                  <a:pt x="31979" y="60731"/>
                </a:moveTo>
                <a:lnTo>
                  <a:pt x="27381" y="60731"/>
                </a:lnTo>
                <a:lnTo>
                  <a:pt x="27381" y="56174"/>
                </a:lnTo>
                <a:lnTo>
                  <a:pt x="31979" y="56174"/>
                </a:lnTo>
                <a:close/>
                <a:moveTo>
                  <a:pt x="31979" y="55932"/>
                </a:moveTo>
                <a:lnTo>
                  <a:pt x="27381" y="55932"/>
                </a:lnTo>
                <a:lnTo>
                  <a:pt x="27381" y="51375"/>
                </a:lnTo>
                <a:lnTo>
                  <a:pt x="31979" y="51375"/>
                </a:lnTo>
                <a:close/>
                <a:moveTo>
                  <a:pt x="31979" y="51133"/>
                </a:moveTo>
                <a:lnTo>
                  <a:pt x="27381" y="51133"/>
                </a:lnTo>
                <a:lnTo>
                  <a:pt x="27381" y="46536"/>
                </a:lnTo>
                <a:lnTo>
                  <a:pt x="31979" y="46536"/>
                </a:lnTo>
                <a:close/>
                <a:moveTo>
                  <a:pt x="31979" y="46294"/>
                </a:moveTo>
                <a:lnTo>
                  <a:pt x="27381" y="46294"/>
                </a:lnTo>
                <a:lnTo>
                  <a:pt x="27381" y="41737"/>
                </a:lnTo>
                <a:lnTo>
                  <a:pt x="31979" y="41737"/>
                </a:lnTo>
                <a:close/>
                <a:moveTo>
                  <a:pt x="31979" y="41495"/>
                </a:moveTo>
                <a:lnTo>
                  <a:pt x="27381" y="41495"/>
                </a:lnTo>
                <a:lnTo>
                  <a:pt x="27381" y="36898"/>
                </a:lnTo>
                <a:lnTo>
                  <a:pt x="31979" y="36898"/>
                </a:lnTo>
                <a:close/>
                <a:moveTo>
                  <a:pt x="31979" y="36656"/>
                </a:moveTo>
                <a:lnTo>
                  <a:pt x="27381" y="36656"/>
                </a:lnTo>
                <a:lnTo>
                  <a:pt x="27381" y="32099"/>
                </a:lnTo>
                <a:lnTo>
                  <a:pt x="31979" y="32099"/>
                </a:lnTo>
                <a:close/>
                <a:moveTo>
                  <a:pt x="31979" y="31858"/>
                </a:moveTo>
                <a:lnTo>
                  <a:pt x="27381" y="31858"/>
                </a:lnTo>
                <a:lnTo>
                  <a:pt x="27381" y="27301"/>
                </a:lnTo>
                <a:lnTo>
                  <a:pt x="31979" y="27301"/>
                </a:lnTo>
                <a:close/>
                <a:moveTo>
                  <a:pt x="31979" y="27059"/>
                </a:moveTo>
                <a:lnTo>
                  <a:pt x="27381" y="27059"/>
                </a:lnTo>
                <a:lnTo>
                  <a:pt x="27381" y="22462"/>
                </a:lnTo>
                <a:lnTo>
                  <a:pt x="31979" y="22462"/>
                </a:lnTo>
                <a:close/>
                <a:moveTo>
                  <a:pt x="31979" y="22220"/>
                </a:moveTo>
                <a:lnTo>
                  <a:pt x="27381" y="22220"/>
                </a:lnTo>
                <a:lnTo>
                  <a:pt x="27381" y="17663"/>
                </a:lnTo>
                <a:lnTo>
                  <a:pt x="31979" y="17663"/>
                </a:lnTo>
                <a:close/>
                <a:moveTo>
                  <a:pt x="31979" y="17421"/>
                </a:moveTo>
                <a:lnTo>
                  <a:pt x="27381" y="17421"/>
                </a:lnTo>
                <a:lnTo>
                  <a:pt x="27381" y="12864"/>
                </a:lnTo>
                <a:lnTo>
                  <a:pt x="31979" y="12864"/>
                </a:lnTo>
                <a:close/>
                <a:moveTo>
                  <a:pt x="31979" y="12622"/>
                </a:moveTo>
                <a:lnTo>
                  <a:pt x="27381" y="12622"/>
                </a:lnTo>
                <a:lnTo>
                  <a:pt x="27381" y="8025"/>
                </a:lnTo>
                <a:lnTo>
                  <a:pt x="31979" y="8025"/>
                </a:lnTo>
                <a:close/>
                <a:moveTo>
                  <a:pt x="36777" y="89604"/>
                </a:moveTo>
                <a:lnTo>
                  <a:pt x="32220" y="89604"/>
                </a:lnTo>
                <a:lnTo>
                  <a:pt x="32220" y="85007"/>
                </a:lnTo>
                <a:lnTo>
                  <a:pt x="36777" y="85007"/>
                </a:lnTo>
                <a:close/>
                <a:moveTo>
                  <a:pt x="36777" y="84765"/>
                </a:moveTo>
                <a:lnTo>
                  <a:pt x="32220" y="84765"/>
                </a:lnTo>
                <a:lnTo>
                  <a:pt x="32220" y="80208"/>
                </a:lnTo>
                <a:lnTo>
                  <a:pt x="36777" y="80208"/>
                </a:lnTo>
                <a:close/>
                <a:moveTo>
                  <a:pt x="36777" y="79966"/>
                </a:moveTo>
                <a:lnTo>
                  <a:pt x="32220" y="79966"/>
                </a:lnTo>
                <a:lnTo>
                  <a:pt x="32220" y="75410"/>
                </a:lnTo>
                <a:lnTo>
                  <a:pt x="36777" y="75410"/>
                </a:lnTo>
                <a:close/>
                <a:moveTo>
                  <a:pt x="36777" y="75168"/>
                </a:moveTo>
                <a:lnTo>
                  <a:pt x="32220" y="75168"/>
                </a:lnTo>
                <a:lnTo>
                  <a:pt x="32220" y="70570"/>
                </a:lnTo>
                <a:lnTo>
                  <a:pt x="36777" y="70570"/>
                </a:lnTo>
                <a:close/>
                <a:moveTo>
                  <a:pt x="36777" y="70329"/>
                </a:moveTo>
                <a:lnTo>
                  <a:pt x="32220" y="70329"/>
                </a:lnTo>
                <a:lnTo>
                  <a:pt x="32220" y="65772"/>
                </a:lnTo>
                <a:lnTo>
                  <a:pt x="36777" y="65772"/>
                </a:lnTo>
                <a:close/>
                <a:moveTo>
                  <a:pt x="36777" y="65530"/>
                </a:moveTo>
                <a:lnTo>
                  <a:pt x="32220" y="65530"/>
                </a:lnTo>
                <a:lnTo>
                  <a:pt x="32220" y="60973"/>
                </a:lnTo>
                <a:lnTo>
                  <a:pt x="36777" y="60973"/>
                </a:lnTo>
                <a:close/>
                <a:moveTo>
                  <a:pt x="36777" y="60731"/>
                </a:moveTo>
                <a:lnTo>
                  <a:pt x="32220" y="60731"/>
                </a:lnTo>
                <a:lnTo>
                  <a:pt x="32220" y="56134"/>
                </a:lnTo>
                <a:lnTo>
                  <a:pt x="36777" y="56134"/>
                </a:lnTo>
                <a:close/>
                <a:moveTo>
                  <a:pt x="36777" y="55892"/>
                </a:moveTo>
                <a:lnTo>
                  <a:pt x="32220" y="55892"/>
                </a:lnTo>
                <a:lnTo>
                  <a:pt x="32220" y="51335"/>
                </a:lnTo>
                <a:lnTo>
                  <a:pt x="36777" y="51335"/>
                </a:lnTo>
                <a:close/>
                <a:moveTo>
                  <a:pt x="36777" y="51093"/>
                </a:moveTo>
                <a:lnTo>
                  <a:pt x="32220" y="51093"/>
                </a:lnTo>
                <a:lnTo>
                  <a:pt x="32220" y="46536"/>
                </a:lnTo>
                <a:lnTo>
                  <a:pt x="36777" y="46536"/>
                </a:lnTo>
                <a:close/>
                <a:moveTo>
                  <a:pt x="36777" y="46294"/>
                </a:moveTo>
                <a:lnTo>
                  <a:pt x="32220" y="46294"/>
                </a:lnTo>
                <a:lnTo>
                  <a:pt x="32220" y="41697"/>
                </a:lnTo>
                <a:lnTo>
                  <a:pt x="36777" y="41697"/>
                </a:lnTo>
                <a:close/>
                <a:moveTo>
                  <a:pt x="36777" y="41455"/>
                </a:moveTo>
                <a:lnTo>
                  <a:pt x="32220" y="41455"/>
                </a:lnTo>
                <a:lnTo>
                  <a:pt x="32220" y="36898"/>
                </a:lnTo>
                <a:lnTo>
                  <a:pt x="36777" y="36898"/>
                </a:lnTo>
                <a:close/>
                <a:moveTo>
                  <a:pt x="36777" y="36656"/>
                </a:moveTo>
                <a:lnTo>
                  <a:pt x="32220" y="36656"/>
                </a:lnTo>
                <a:lnTo>
                  <a:pt x="32220" y="32059"/>
                </a:lnTo>
                <a:lnTo>
                  <a:pt x="36777" y="32059"/>
                </a:lnTo>
                <a:close/>
                <a:moveTo>
                  <a:pt x="36777" y="31817"/>
                </a:moveTo>
                <a:lnTo>
                  <a:pt x="32220" y="31817"/>
                </a:lnTo>
                <a:lnTo>
                  <a:pt x="32220" y="27260"/>
                </a:lnTo>
                <a:lnTo>
                  <a:pt x="36777" y="27260"/>
                </a:lnTo>
                <a:close/>
                <a:moveTo>
                  <a:pt x="36777" y="27018"/>
                </a:moveTo>
                <a:lnTo>
                  <a:pt x="32220" y="27018"/>
                </a:lnTo>
                <a:lnTo>
                  <a:pt x="32220" y="22462"/>
                </a:lnTo>
                <a:lnTo>
                  <a:pt x="36777" y="22462"/>
                </a:lnTo>
                <a:close/>
                <a:moveTo>
                  <a:pt x="36777" y="22220"/>
                </a:moveTo>
                <a:lnTo>
                  <a:pt x="32220" y="22220"/>
                </a:lnTo>
                <a:lnTo>
                  <a:pt x="32220" y="17622"/>
                </a:lnTo>
                <a:lnTo>
                  <a:pt x="36777" y="17622"/>
                </a:lnTo>
                <a:close/>
                <a:moveTo>
                  <a:pt x="36777" y="17380"/>
                </a:moveTo>
                <a:lnTo>
                  <a:pt x="32220" y="17380"/>
                </a:lnTo>
                <a:lnTo>
                  <a:pt x="32220" y="12824"/>
                </a:lnTo>
                <a:lnTo>
                  <a:pt x="36777" y="12824"/>
                </a:lnTo>
                <a:close/>
                <a:moveTo>
                  <a:pt x="36777" y="12582"/>
                </a:moveTo>
                <a:lnTo>
                  <a:pt x="32220" y="12582"/>
                </a:lnTo>
                <a:lnTo>
                  <a:pt x="32220" y="8025"/>
                </a:lnTo>
                <a:lnTo>
                  <a:pt x="36777" y="8025"/>
                </a:lnTo>
                <a:close/>
                <a:moveTo>
                  <a:pt x="36777" y="7783"/>
                </a:moveTo>
                <a:lnTo>
                  <a:pt x="32220" y="7783"/>
                </a:lnTo>
                <a:lnTo>
                  <a:pt x="32220" y="3307"/>
                </a:lnTo>
                <a:lnTo>
                  <a:pt x="36777" y="3307"/>
                </a:lnTo>
                <a:lnTo>
                  <a:pt x="36777" y="7904"/>
                </a:lnTo>
                <a:close/>
                <a:moveTo>
                  <a:pt x="41616" y="89564"/>
                </a:moveTo>
                <a:lnTo>
                  <a:pt x="37019" y="89564"/>
                </a:lnTo>
                <a:lnTo>
                  <a:pt x="37019" y="85007"/>
                </a:lnTo>
                <a:lnTo>
                  <a:pt x="41616" y="85007"/>
                </a:lnTo>
                <a:close/>
                <a:moveTo>
                  <a:pt x="41616" y="84765"/>
                </a:moveTo>
                <a:lnTo>
                  <a:pt x="37019" y="84765"/>
                </a:lnTo>
                <a:lnTo>
                  <a:pt x="37019" y="80168"/>
                </a:lnTo>
                <a:lnTo>
                  <a:pt x="41616" y="80168"/>
                </a:lnTo>
                <a:close/>
                <a:moveTo>
                  <a:pt x="41616" y="79926"/>
                </a:moveTo>
                <a:lnTo>
                  <a:pt x="37019" y="79926"/>
                </a:lnTo>
                <a:lnTo>
                  <a:pt x="37019" y="75369"/>
                </a:lnTo>
                <a:lnTo>
                  <a:pt x="41616" y="75369"/>
                </a:lnTo>
                <a:close/>
                <a:moveTo>
                  <a:pt x="41616" y="75127"/>
                </a:moveTo>
                <a:lnTo>
                  <a:pt x="37019" y="75127"/>
                </a:lnTo>
                <a:lnTo>
                  <a:pt x="37019" y="70570"/>
                </a:lnTo>
                <a:lnTo>
                  <a:pt x="41616" y="70570"/>
                </a:lnTo>
                <a:close/>
                <a:moveTo>
                  <a:pt x="41616" y="70329"/>
                </a:moveTo>
                <a:lnTo>
                  <a:pt x="37019" y="70329"/>
                </a:lnTo>
                <a:lnTo>
                  <a:pt x="37019" y="65731"/>
                </a:lnTo>
                <a:lnTo>
                  <a:pt x="41616" y="65731"/>
                </a:lnTo>
                <a:close/>
                <a:moveTo>
                  <a:pt x="41616" y="65489"/>
                </a:moveTo>
                <a:lnTo>
                  <a:pt x="37019" y="65489"/>
                </a:lnTo>
                <a:lnTo>
                  <a:pt x="37019" y="60933"/>
                </a:lnTo>
                <a:lnTo>
                  <a:pt x="41616" y="60933"/>
                </a:lnTo>
                <a:close/>
                <a:moveTo>
                  <a:pt x="41616" y="60691"/>
                </a:moveTo>
                <a:lnTo>
                  <a:pt x="37019" y="60691"/>
                </a:lnTo>
                <a:lnTo>
                  <a:pt x="37019" y="56134"/>
                </a:lnTo>
                <a:lnTo>
                  <a:pt x="41616" y="56134"/>
                </a:lnTo>
                <a:close/>
                <a:moveTo>
                  <a:pt x="41616" y="55892"/>
                </a:moveTo>
                <a:lnTo>
                  <a:pt x="37019" y="55892"/>
                </a:lnTo>
                <a:lnTo>
                  <a:pt x="37019" y="51295"/>
                </a:lnTo>
                <a:lnTo>
                  <a:pt x="41616" y="51295"/>
                </a:lnTo>
                <a:close/>
                <a:moveTo>
                  <a:pt x="41616" y="51053"/>
                </a:moveTo>
                <a:lnTo>
                  <a:pt x="37019" y="51053"/>
                </a:lnTo>
                <a:lnTo>
                  <a:pt x="37019" y="46496"/>
                </a:lnTo>
                <a:lnTo>
                  <a:pt x="41616" y="46496"/>
                </a:lnTo>
                <a:close/>
                <a:moveTo>
                  <a:pt x="41616" y="46254"/>
                </a:moveTo>
                <a:lnTo>
                  <a:pt x="37019" y="46254"/>
                </a:lnTo>
                <a:lnTo>
                  <a:pt x="37019" y="41697"/>
                </a:lnTo>
                <a:lnTo>
                  <a:pt x="41616" y="41697"/>
                </a:lnTo>
                <a:close/>
                <a:moveTo>
                  <a:pt x="41616" y="41455"/>
                </a:moveTo>
                <a:lnTo>
                  <a:pt x="37019" y="41455"/>
                </a:lnTo>
                <a:lnTo>
                  <a:pt x="37019" y="36858"/>
                </a:lnTo>
                <a:lnTo>
                  <a:pt x="41616" y="36858"/>
                </a:lnTo>
                <a:close/>
                <a:moveTo>
                  <a:pt x="41616" y="36616"/>
                </a:moveTo>
                <a:lnTo>
                  <a:pt x="37019" y="36616"/>
                </a:lnTo>
                <a:lnTo>
                  <a:pt x="37019" y="32059"/>
                </a:lnTo>
                <a:lnTo>
                  <a:pt x="41616" y="32059"/>
                </a:lnTo>
                <a:close/>
                <a:moveTo>
                  <a:pt x="41616" y="31817"/>
                </a:moveTo>
                <a:lnTo>
                  <a:pt x="37019" y="31817"/>
                </a:lnTo>
                <a:lnTo>
                  <a:pt x="37019" y="27220"/>
                </a:lnTo>
                <a:lnTo>
                  <a:pt x="41616" y="27220"/>
                </a:lnTo>
                <a:close/>
                <a:moveTo>
                  <a:pt x="41616" y="26978"/>
                </a:moveTo>
                <a:lnTo>
                  <a:pt x="37019" y="26978"/>
                </a:lnTo>
                <a:lnTo>
                  <a:pt x="37019" y="22421"/>
                </a:lnTo>
                <a:lnTo>
                  <a:pt x="41616" y="22421"/>
                </a:lnTo>
                <a:close/>
                <a:moveTo>
                  <a:pt x="41616" y="22179"/>
                </a:moveTo>
                <a:lnTo>
                  <a:pt x="37019" y="22179"/>
                </a:lnTo>
                <a:lnTo>
                  <a:pt x="37019" y="17622"/>
                </a:lnTo>
                <a:lnTo>
                  <a:pt x="41616" y="17622"/>
                </a:lnTo>
                <a:close/>
                <a:moveTo>
                  <a:pt x="41616" y="17380"/>
                </a:moveTo>
                <a:lnTo>
                  <a:pt x="37019" y="17380"/>
                </a:lnTo>
                <a:lnTo>
                  <a:pt x="37019" y="12783"/>
                </a:lnTo>
                <a:lnTo>
                  <a:pt x="41616" y="12783"/>
                </a:lnTo>
                <a:close/>
                <a:moveTo>
                  <a:pt x="41616" y="12541"/>
                </a:moveTo>
                <a:lnTo>
                  <a:pt x="37019" y="12541"/>
                </a:lnTo>
                <a:lnTo>
                  <a:pt x="37019" y="7985"/>
                </a:lnTo>
                <a:lnTo>
                  <a:pt x="41616" y="7985"/>
                </a:lnTo>
                <a:close/>
                <a:moveTo>
                  <a:pt x="41616" y="7743"/>
                </a:moveTo>
                <a:lnTo>
                  <a:pt x="37019" y="7743"/>
                </a:lnTo>
                <a:lnTo>
                  <a:pt x="37019" y="3307"/>
                </a:lnTo>
                <a:lnTo>
                  <a:pt x="41616" y="3307"/>
                </a:lnTo>
                <a:lnTo>
                  <a:pt x="41616" y="7904"/>
                </a:lnTo>
                <a:close/>
                <a:moveTo>
                  <a:pt x="46415" y="89564"/>
                </a:moveTo>
                <a:lnTo>
                  <a:pt x="41858" y="89564"/>
                </a:lnTo>
                <a:lnTo>
                  <a:pt x="41858" y="84967"/>
                </a:lnTo>
                <a:lnTo>
                  <a:pt x="46415" y="84967"/>
                </a:lnTo>
                <a:close/>
                <a:moveTo>
                  <a:pt x="46415" y="84725"/>
                </a:moveTo>
                <a:lnTo>
                  <a:pt x="41858" y="84725"/>
                </a:lnTo>
                <a:lnTo>
                  <a:pt x="41858" y="80168"/>
                </a:lnTo>
                <a:lnTo>
                  <a:pt x="46415" y="80168"/>
                </a:lnTo>
                <a:close/>
                <a:moveTo>
                  <a:pt x="46415" y="79926"/>
                </a:moveTo>
                <a:lnTo>
                  <a:pt x="41858" y="79926"/>
                </a:lnTo>
                <a:lnTo>
                  <a:pt x="41858" y="75329"/>
                </a:lnTo>
                <a:lnTo>
                  <a:pt x="46415" y="75329"/>
                </a:lnTo>
                <a:close/>
                <a:moveTo>
                  <a:pt x="46415" y="75087"/>
                </a:moveTo>
                <a:lnTo>
                  <a:pt x="41858" y="75087"/>
                </a:lnTo>
                <a:lnTo>
                  <a:pt x="41858" y="70530"/>
                </a:lnTo>
                <a:lnTo>
                  <a:pt x="46415" y="70530"/>
                </a:lnTo>
                <a:close/>
                <a:moveTo>
                  <a:pt x="46415" y="70288"/>
                </a:moveTo>
                <a:lnTo>
                  <a:pt x="41858" y="70288"/>
                </a:lnTo>
                <a:lnTo>
                  <a:pt x="41858" y="65731"/>
                </a:lnTo>
                <a:lnTo>
                  <a:pt x="46415" y="65731"/>
                </a:lnTo>
                <a:close/>
                <a:moveTo>
                  <a:pt x="46415" y="65489"/>
                </a:moveTo>
                <a:lnTo>
                  <a:pt x="41858" y="65489"/>
                </a:lnTo>
                <a:lnTo>
                  <a:pt x="41858" y="60892"/>
                </a:lnTo>
                <a:lnTo>
                  <a:pt x="46415" y="60892"/>
                </a:lnTo>
                <a:close/>
                <a:moveTo>
                  <a:pt x="46415" y="60650"/>
                </a:moveTo>
                <a:lnTo>
                  <a:pt x="41858" y="60650"/>
                </a:lnTo>
                <a:lnTo>
                  <a:pt x="41858" y="56093"/>
                </a:lnTo>
                <a:lnTo>
                  <a:pt x="46415" y="56093"/>
                </a:lnTo>
                <a:close/>
                <a:moveTo>
                  <a:pt x="46415" y="55851"/>
                </a:moveTo>
                <a:lnTo>
                  <a:pt x="41858" y="55851"/>
                </a:lnTo>
                <a:lnTo>
                  <a:pt x="41858" y="51295"/>
                </a:lnTo>
                <a:lnTo>
                  <a:pt x="46415" y="51295"/>
                </a:lnTo>
                <a:close/>
                <a:moveTo>
                  <a:pt x="46415" y="51053"/>
                </a:moveTo>
                <a:lnTo>
                  <a:pt x="41858" y="51053"/>
                </a:lnTo>
                <a:lnTo>
                  <a:pt x="41858" y="46456"/>
                </a:lnTo>
                <a:lnTo>
                  <a:pt x="46415" y="46456"/>
                </a:lnTo>
                <a:close/>
                <a:moveTo>
                  <a:pt x="46415" y="46214"/>
                </a:moveTo>
                <a:lnTo>
                  <a:pt x="41858" y="46214"/>
                </a:lnTo>
                <a:lnTo>
                  <a:pt x="41858" y="41657"/>
                </a:lnTo>
                <a:lnTo>
                  <a:pt x="46415" y="41657"/>
                </a:lnTo>
                <a:close/>
                <a:moveTo>
                  <a:pt x="46415" y="41415"/>
                </a:moveTo>
                <a:lnTo>
                  <a:pt x="41858" y="41415"/>
                </a:lnTo>
                <a:lnTo>
                  <a:pt x="41858" y="36858"/>
                </a:lnTo>
                <a:lnTo>
                  <a:pt x="46415" y="36858"/>
                </a:lnTo>
                <a:close/>
                <a:moveTo>
                  <a:pt x="46415" y="36616"/>
                </a:moveTo>
                <a:lnTo>
                  <a:pt x="41858" y="36616"/>
                </a:lnTo>
                <a:lnTo>
                  <a:pt x="41858" y="32019"/>
                </a:lnTo>
                <a:lnTo>
                  <a:pt x="46415" y="32019"/>
                </a:lnTo>
                <a:close/>
                <a:moveTo>
                  <a:pt x="46415" y="31777"/>
                </a:moveTo>
                <a:lnTo>
                  <a:pt x="41858" y="31777"/>
                </a:lnTo>
                <a:lnTo>
                  <a:pt x="41858" y="27220"/>
                </a:lnTo>
                <a:lnTo>
                  <a:pt x="46415" y="27220"/>
                </a:lnTo>
                <a:close/>
                <a:moveTo>
                  <a:pt x="46415" y="26978"/>
                </a:moveTo>
                <a:lnTo>
                  <a:pt x="41858" y="26978"/>
                </a:lnTo>
                <a:lnTo>
                  <a:pt x="41858" y="22381"/>
                </a:lnTo>
                <a:lnTo>
                  <a:pt x="46415" y="22381"/>
                </a:lnTo>
                <a:close/>
                <a:moveTo>
                  <a:pt x="46415" y="22139"/>
                </a:moveTo>
                <a:lnTo>
                  <a:pt x="41858" y="22139"/>
                </a:lnTo>
                <a:lnTo>
                  <a:pt x="41858" y="17582"/>
                </a:lnTo>
                <a:lnTo>
                  <a:pt x="46415" y="17582"/>
                </a:lnTo>
                <a:close/>
                <a:moveTo>
                  <a:pt x="46415" y="17340"/>
                </a:moveTo>
                <a:lnTo>
                  <a:pt x="41858" y="17340"/>
                </a:lnTo>
                <a:lnTo>
                  <a:pt x="41858" y="12783"/>
                </a:lnTo>
                <a:lnTo>
                  <a:pt x="46415" y="12783"/>
                </a:lnTo>
                <a:close/>
                <a:moveTo>
                  <a:pt x="46415" y="12541"/>
                </a:moveTo>
                <a:lnTo>
                  <a:pt x="41858" y="12541"/>
                </a:lnTo>
                <a:lnTo>
                  <a:pt x="41858" y="7944"/>
                </a:lnTo>
                <a:lnTo>
                  <a:pt x="46415" y="7944"/>
                </a:lnTo>
                <a:close/>
                <a:moveTo>
                  <a:pt x="46415" y="7702"/>
                </a:moveTo>
                <a:lnTo>
                  <a:pt x="41858" y="7702"/>
                </a:lnTo>
                <a:lnTo>
                  <a:pt x="41858" y="3307"/>
                </a:lnTo>
                <a:lnTo>
                  <a:pt x="46415" y="3307"/>
                </a:lnTo>
                <a:lnTo>
                  <a:pt x="46415" y="7904"/>
                </a:lnTo>
                <a:close/>
                <a:moveTo>
                  <a:pt x="51214" y="89524"/>
                </a:moveTo>
                <a:lnTo>
                  <a:pt x="46657" y="89524"/>
                </a:lnTo>
                <a:lnTo>
                  <a:pt x="46657" y="84967"/>
                </a:lnTo>
                <a:lnTo>
                  <a:pt x="51214" y="84967"/>
                </a:lnTo>
                <a:close/>
                <a:moveTo>
                  <a:pt x="51214" y="84685"/>
                </a:moveTo>
                <a:lnTo>
                  <a:pt x="46657" y="84685"/>
                </a:lnTo>
                <a:lnTo>
                  <a:pt x="46657" y="80128"/>
                </a:lnTo>
                <a:lnTo>
                  <a:pt x="51214" y="80128"/>
                </a:lnTo>
                <a:close/>
                <a:moveTo>
                  <a:pt x="51214" y="79886"/>
                </a:moveTo>
                <a:lnTo>
                  <a:pt x="46657" y="79886"/>
                </a:lnTo>
                <a:lnTo>
                  <a:pt x="46657" y="75329"/>
                </a:lnTo>
                <a:lnTo>
                  <a:pt x="51214" y="75329"/>
                </a:lnTo>
                <a:close/>
                <a:moveTo>
                  <a:pt x="51214" y="75087"/>
                </a:moveTo>
                <a:lnTo>
                  <a:pt x="46657" y="75087"/>
                </a:lnTo>
                <a:lnTo>
                  <a:pt x="46657" y="70490"/>
                </a:lnTo>
                <a:lnTo>
                  <a:pt x="51214" y="70490"/>
                </a:lnTo>
                <a:close/>
                <a:moveTo>
                  <a:pt x="51214" y="70248"/>
                </a:moveTo>
                <a:lnTo>
                  <a:pt x="46657" y="70248"/>
                </a:lnTo>
                <a:lnTo>
                  <a:pt x="46657" y="65691"/>
                </a:lnTo>
                <a:lnTo>
                  <a:pt x="51214" y="65691"/>
                </a:lnTo>
                <a:close/>
                <a:moveTo>
                  <a:pt x="51214" y="65449"/>
                </a:moveTo>
                <a:lnTo>
                  <a:pt x="46657" y="65449"/>
                </a:lnTo>
                <a:lnTo>
                  <a:pt x="46657" y="60892"/>
                </a:lnTo>
                <a:lnTo>
                  <a:pt x="51214" y="60892"/>
                </a:lnTo>
                <a:close/>
                <a:moveTo>
                  <a:pt x="51214" y="60650"/>
                </a:moveTo>
                <a:lnTo>
                  <a:pt x="46657" y="60650"/>
                </a:lnTo>
                <a:lnTo>
                  <a:pt x="46657" y="56053"/>
                </a:lnTo>
                <a:lnTo>
                  <a:pt x="51214" y="56053"/>
                </a:lnTo>
                <a:close/>
                <a:moveTo>
                  <a:pt x="51214" y="55811"/>
                </a:moveTo>
                <a:lnTo>
                  <a:pt x="46657" y="55811"/>
                </a:lnTo>
                <a:lnTo>
                  <a:pt x="46657" y="51254"/>
                </a:lnTo>
                <a:lnTo>
                  <a:pt x="51214" y="51254"/>
                </a:lnTo>
                <a:close/>
                <a:moveTo>
                  <a:pt x="51214" y="51012"/>
                </a:moveTo>
                <a:lnTo>
                  <a:pt x="46657" y="51012"/>
                </a:lnTo>
                <a:lnTo>
                  <a:pt x="46657" y="46456"/>
                </a:lnTo>
                <a:lnTo>
                  <a:pt x="51214" y="46456"/>
                </a:lnTo>
                <a:close/>
                <a:moveTo>
                  <a:pt x="51214" y="46214"/>
                </a:moveTo>
                <a:lnTo>
                  <a:pt x="46657" y="46214"/>
                </a:lnTo>
                <a:lnTo>
                  <a:pt x="46657" y="41616"/>
                </a:lnTo>
                <a:lnTo>
                  <a:pt x="51214" y="41616"/>
                </a:lnTo>
                <a:close/>
                <a:moveTo>
                  <a:pt x="51214" y="41374"/>
                </a:moveTo>
                <a:lnTo>
                  <a:pt x="46657" y="41374"/>
                </a:lnTo>
                <a:lnTo>
                  <a:pt x="46657" y="36818"/>
                </a:lnTo>
                <a:lnTo>
                  <a:pt x="51214" y="36818"/>
                </a:lnTo>
                <a:close/>
                <a:moveTo>
                  <a:pt x="51214" y="36576"/>
                </a:moveTo>
                <a:lnTo>
                  <a:pt x="46657" y="36576"/>
                </a:lnTo>
                <a:lnTo>
                  <a:pt x="46657" y="32019"/>
                </a:lnTo>
                <a:lnTo>
                  <a:pt x="51214" y="32019"/>
                </a:lnTo>
                <a:close/>
                <a:moveTo>
                  <a:pt x="51214" y="31777"/>
                </a:moveTo>
                <a:lnTo>
                  <a:pt x="46657" y="31777"/>
                </a:lnTo>
                <a:lnTo>
                  <a:pt x="46657" y="27180"/>
                </a:lnTo>
                <a:lnTo>
                  <a:pt x="51214" y="27180"/>
                </a:lnTo>
                <a:close/>
                <a:moveTo>
                  <a:pt x="51214" y="26938"/>
                </a:moveTo>
                <a:lnTo>
                  <a:pt x="46657" y="26938"/>
                </a:lnTo>
                <a:lnTo>
                  <a:pt x="46657" y="22381"/>
                </a:lnTo>
                <a:lnTo>
                  <a:pt x="51214" y="22381"/>
                </a:lnTo>
                <a:close/>
                <a:moveTo>
                  <a:pt x="51214" y="22139"/>
                </a:moveTo>
                <a:lnTo>
                  <a:pt x="46657" y="22139"/>
                </a:lnTo>
                <a:lnTo>
                  <a:pt x="46657" y="17582"/>
                </a:lnTo>
                <a:lnTo>
                  <a:pt x="51214" y="17582"/>
                </a:lnTo>
                <a:close/>
                <a:moveTo>
                  <a:pt x="51214" y="17340"/>
                </a:moveTo>
                <a:lnTo>
                  <a:pt x="46657" y="17340"/>
                </a:lnTo>
                <a:lnTo>
                  <a:pt x="46657" y="12743"/>
                </a:lnTo>
                <a:lnTo>
                  <a:pt x="51214" y="12743"/>
                </a:lnTo>
                <a:close/>
                <a:moveTo>
                  <a:pt x="51214" y="12501"/>
                </a:moveTo>
                <a:lnTo>
                  <a:pt x="46657" y="12501"/>
                </a:lnTo>
                <a:lnTo>
                  <a:pt x="46657" y="7944"/>
                </a:lnTo>
                <a:lnTo>
                  <a:pt x="51214" y="7944"/>
                </a:lnTo>
                <a:close/>
                <a:moveTo>
                  <a:pt x="51214" y="7702"/>
                </a:moveTo>
                <a:lnTo>
                  <a:pt x="46657" y="7702"/>
                </a:lnTo>
                <a:lnTo>
                  <a:pt x="46657" y="3307"/>
                </a:lnTo>
                <a:lnTo>
                  <a:pt x="51214" y="3307"/>
                </a:lnTo>
                <a:lnTo>
                  <a:pt x="51214" y="7904"/>
                </a:lnTo>
                <a:close/>
                <a:moveTo>
                  <a:pt x="56053" y="89483"/>
                </a:moveTo>
                <a:lnTo>
                  <a:pt x="51456" y="89483"/>
                </a:lnTo>
                <a:lnTo>
                  <a:pt x="51456" y="84927"/>
                </a:lnTo>
                <a:lnTo>
                  <a:pt x="56053" y="84927"/>
                </a:lnTo>
                <a:close/>
                <a:moveTo>
                  <a:pt x="56053" y="84685"/>
                </a:moveTo>
                <a:lnTo>
                  <a:pt x="51456" y="84685"/>
                </a:lnTo>
                <a:lnTo>
                  <a:pt x="51456" y="80087"/>
                </a:lnTo>
                <a:lnTo>
                  <a:pt x="56053" y="80087"/>
                </a:lnTo>
                <a:close/>
                <a:moveTo>
                  <a:pt x="56053" y="79845"/>
                </a:moveTo>
                <a:lnTo>
                  <a:pt x="51456" y="79845"/>
                </a:lnTo>
                <a:lnTo>
                  <a:pt x="51456" y="75289"/>
                </a:lnTo>
                <a:lnTo>
                  <a:pt x="56053" y="75289"/>
                </a:lnTo>
                <a:close/>
                <a:moveTo>
                  <a:pt x="56053" y="75047"/>
                </a:moveTo>
                <a:lnTo>
                  <a:pt x="51456" y="75047"/>
                </a:lnTo>
                <a:lnTo>
                  <a:pt x="51456" y="70490"/>
                </a:lnTo>
                <a:lnTo>
                  <a:pt x="56053" y="70490"/>
                </a:lnTo>
                <a:close/>
                <a:moveTo>
                  <a:pt x="56053" y="70248"/>
                </a:moveTo>
                <a:lnTo>
                  <a:pt x="51456" y="70248"/>
                </a:lnTo>
                <a:lnTo>
                  <a:pt x="51456" y="65651"/>
                </a:lnTo>
                <a:lnTo>
                  <a:pt x="56053" y="65651"/>
                </a:lnTo>
                <a:close/>
                <a:moveTo>
                  <a:pt x="56053" y="65409"/>
                </a:moveTo>
                <a:lnTo>
                  <a:pt x="51456" y="65409"/>
                </a:lnTo>
                <a:lnTo>
                  <a:pt x="51456" y="60852"/>
                </a:lnTo>
                <a:lnTo>
                  <a:pt x="56053" y="60852"/>
                </a:lnTo>
                <a:close/>
                <a:moveTo>
                  <a:pt x="56053" y="60610"/>
                </a:moveTo>
                <a:lnTo>
                  <a:pt x="51456" y="60610"/>
                </a:lnTo>
                <a:lnTo>
                  <a:pt x="51456" y="56053"/>
                </a:lnTo>
                <a:lnTo>
                  <a:pt x="56053" y="56053"/>
                </a:lnTo>
                <a:close/>
                <a:moveTo>
                  <a:pt x="56053" y="55811"/>
                </a:moveTo>
                <a:lnTo>
                  <a:pt x="51456" y="55811"/>
                </a:lnTo>
                <a:lnTo>
                  <a:pt x="51456" y="51214"/>
                </a:lnTo>
                <a:lnTo>
                  <a:pt x="56053" y="51214"/>
                </a:lnTo>
                <a:close/>
                <a:moveTo>
                  <a:pt x="56053" y="50972"/>
                </a:moveTo>
                <a:lnTo>
                  <a:pt x="51456" y="50972"/>
                </a:lnTo>
                <a:lnTo>
                  <a:pt x="51456" y="46415"/>
                </a:lnTo>
                <a:lnTo>
                  <a:pt x="56053" y="46415"/>
                </a:lnTo>
                <a:close/>
                <a:moveTo>
                  <a:pt x="56053" y="46173"/>
                </a:moveTo>
                <a:lnTo>
                  <a:pt x="51456" y="46173"/>
                </a:lnTo>
                <a:lnTo>
                  <a:pt x="51456" y="41616"/>
                </a:lnTo>
                <a:lnTo>
                  <a:pt x="56053" y="41616"/>
                </a:lnTo>
                <a:close/>
                <a:moveTo>
                  <a:pt x="56053" y="41374"/>
                </a:moveTo>
                <a:lnTo>
                  <a:pt x="51456" y="41374"/>
                </a:lnTo>
                <a:lnTo>
                  <a:pt x="51456" y="36777"/>
                </a:lnTo>
                <a:lnTo>
                  <a:pt x="56053" y="36777"/>
                </a:lnTo>
                <a:close/>
                <a:moveTo>
                  <a:pt x="56053" y="36535"/>
                </a:moveTo>
                <a:lnTo>
                  <a:pt x="51456" y="36535"/>
                </a:lnTo>
                <a:lnTo>
                  <a:pt x="51456" y="31978"/>
                </a:lnTo>
                <a:lnTo>
                  <a:pt x="56053" y="31978"/>
                </a:lnTo>
                <a:close/>
                <a:moveTo>
                  <a:pt x="56053" y="31737"/>
                </a:moveTo>
                <a:lnTo>
                  <a:pt x="51456" y="31737"/>
                </a:lnTo>
                <a:lnTo>
                  <a:pt x="51456" y="27180"/>
                </a:lnTo>
                <a:lnTo>
                  <a:pt x="56053" y="27180"/>
                </a:lnTo>
                <a:close/>
                <a:moveTo>
                  <a:pt x="56053" y="26938"/>
                </a:moveTo>
                <a:lnTo>
                  <a:pt x="51456" y="26938"/>
                </a:lnTo>
                <a:lnTo>
                  <a:pt x="51456" y="22341"/>
                </a:lnTo>
                <a:lnTo>
                  <a:pt x="56053" y="22341"/>
                </a:lnTo>
                <a:close/>
                <a:moveTo>
                  <a:pt x="56053" y="22099"/>
                </a:moveTo>
                <a:lnTo>
                  <a:pt x="51456" y="22099"/>
                </a:lnTo>
                <a:lnTo>
                  <a:pt x="51456" y="17542"/>
                </a:lnTo>
                <a:lnTo>
                  <a:pt x="56053" y="17542"/>
                </a:lnTo>
                <a:close/>
                <a:moveTo>
                  <a:pt x="56053" y="17300"/>
                </a:moveTo>
                <a:lnTo>
                  <a:pt x="51456" y="17300"/>
                </a:lnTo>
                <a:lnTo>
                  <a:pt x="51456" y="12743"/>
                </a:lnTo>
                <a:lnTo>
                  <a:pt x="56053" y="12743"/>
                </a:lnTo>
                <a:close/>
                <a:moveTo>
                  <a:pt x="56053" y="12501"/>
                </a:moveTo>
                <a:lnTo>
                  <a:pt x="51456" y="12501"/>
                </a:lnTo>
                <a:lnTo>
                  <a:pt x="51456" y="7904"/>
                </a:lnTo>
                <a:lnTo>
                  <a:pt x="56053" y="7904"/>
                </a:lnTo>
                <a:close/>
                <a:moveTo>
                  <a:pt x="56053" y="7662"/>
                </a:moveTo>
                <a:lnTo>
                  <a:pt x="51456" y="7662"/>
                </a:lnTo>
                <a:lnTo>
                  <a:pt x="51456" y="3307"/>
                </a:lnTo>
                <a:lnTo>
                  <a:pt x="56053" y="3307"/>
                </a:lnTo>
                <a:lnTo>
                  <a:pt x="56053" y="7904"/>
                </a:lnTo>
                <a:close/>
                <a:moveTo>
                  <a:pt x="60852" y="89483"/>
                </a:moveTo>
                <a:lnTo>
                  <a:pt x="56295" y="89483"/>
                </a:lnTo>
                <a:lnTo>
                  <a:pt x="56295" y="84886"/>
                </a:lnTo>
                <a:lnTo>
                  <a:pt x="60852" y="84886"/>
                </a:lnTo>
                <a:close/>
                <a:moveTo>
                  <a:pt x="60852" y="84644"/>
                </a:moveTo>
                <a:lnTo>
                  <a:pt x="56295" y="84644"/>
                </a:lnTo>
                <a:lnTo>
                  <a:pt x="56295" y="80087"/>
                </a:lnTo>
                <a:lnTo>
                  <a:pt x="60852" y="80087"/>
                </a:lnTo>
                <a:close/>
                <a:moveTo>
                  <a:pt x="60852" y="79845"/>
                </a:moveTo>
                <a:lnTo>
                  <a:pt x="56295" y="79845"/>
                </a:lnTo>
                <a:lnTo>
                  <a:pt x="56295" y="75248"/>
                </a:lnTo>
                <a:lnTo>
                  <a:pt x="60852" y="75248"/>
                </a:lnTo>
                <a:close/>
                <a:moveTo>
                  <a:pt x="60852" y="75006"/>
                </a:moveTo>
                <a:lnTo>
                  <a:pt x="56295" y="75006"/>
                </a:lnTo>
                <a:lnTo>
                  <a:pt x="56295" y="70449"/>
                </a:lnTo>
                <a:lnTo>
                  <a:pt x="60852" y="70449"/>
                </a:lnTo>
                <a:close/>
                <a:moveTo>
                  <a:pt x="60852" y="70208"/>
                </a:moveTo>
                <a:lnTo>
                  <a:pt x="56295" y="70208"/>
                </a:lnTo>
                <a:lnTo>
                  <a:pt x="56295" y="65651"/>
                </a:lnTo>
                <a:lnTo>
                  <a:pt x="60852" y="65651"/>
                </a:lnTo>
                <a:close/>
                <a:moveTo>
                  <a:pt x="60852" y="65409"/>
                </a:moveTo>
                <a:lnTo>
                  <a:pt x="56295" y="65409"/>
                </a:lnTo>
                <a:lnTo>
                  <a:pt x="56295" y="60812"/>
                </a:lnTo>
                <a:lnTo>
                  <a:pt x="60852" y="60812"/>
                </a:lnTo>
                <a:close/>
                <a:moveTo>
                  <a:pt x="60852" y="60570"/>
                </a:moveTo>
                <a:lnTo>
                  <a:pt x="56295" y="60570"/>
                </a:lnTo>
                <a:lnTo>
                  <a:pt x="56295" y="56013"/>
                </a:lnTo>
                <a:lnTo>
                  <a:pt x="60852" y="56013"/>
                </a:lnTo>
                <a:close/>
                <a:moveTo>
                  <a:pt x="60852" y="55771"/>
                </a:moveTo>
                <a:lnTo>
                  <a:pt x="56295" y="55771"/>
                </a:lnTo>
                <a:lnTo>
                  <a:pt x="56295" y="51214"/>
                </a:lnTo>
                <a:lnTo>
                  <a:pt x="60852" y="51214"/>
                </a:lnTo>
                <a:close/>
                <a:moveTo>
                  <a:pt x="60852" y="50972"/>
                </a:moveTo>
                <a:lnTo>
                  <a:pt x="56295" y="50972"/>
                </a:lnTo>
                <a:lnTo>
                  <a:pt x="56295" y="46375"/>
                </a:lnTo>
                <a:lnTo>
                  <a:pt x="60852" y="46375"/>
                </a:lnTo>
                <a:close/>
                <a:moveTo>
                  <a:pt x="60852" y="46133"/>
                </a:moveTo>
                <a:lnTo>
                  <a:pt x="56295" y="46133"/>
                </a:lnTo>
                <a:lnTo>
                  <a:pt x="56295" y="41576"/>
                </a:lnTo>
                <a:lnTo>
                  <a:pt x="60852" y="41576"/>
                </a:lnTo>
                <a:close/>
                <a:moveTo>
                  <a:pt x="60852" y="41334"/>
                </a:moveTo>
                <a:lnTo>
                  <a:pt x="56295" y="41334"/>
                </a:lnTo>
                <a:lnTo>
                  <a:pt x="56295" y="36777"/>
                </a:lnTo>
                <a:lnTo>
                  <a:pt x="60852" y="36777"/>
                </a:lnTo>
                <a:close/>
                <a:moveTo>
                  <a:pt x="60852" y="36535"/>
                </a:moveTo>
                <a:lnTo>
                  <a:pt x="56295" y="36535"/>
                </a:lnTo>
                <a:lnTo>
                  <a:pt x="56295" y="31938"/>
                </a:lnTo>
                <a:lnTo>
                  <a:pt x="60852" y="31938"/>
                </a:lnTo>
                <a:close/>
                <a:moveTo>
                  <a:pt x="60852" y="31696"/>
                </a:moveTo>
                <a:lnTo>
                  <a:pt x="56295" y="31696"/>
                </a:lnTo>
                <a:lnTo>
                  <a:pt x="56295" y="27139"/>
                </a:lnTo>
                <a:lnTo>
                  <a:pt x="60852" y="27139"/>
                </a:lnTo>
                <a:close/>
                <a:moveTo>
                  <a:pt x="60852" y="26897"/>
                </a:moveTo>
                <a:lnTo>
                  <a:pt x="56295" y="26897"/>
                </a:lnTo>
                <a:lnTo>
                  <a:pt x="56295" y="22341"/>
                </a:lnTo>
                <a:lnTo>
                  <a:pt x="60852" y="22341"/>
                </a:lnTo>
                <a:close/>
                <a:moveTo>
                  <a:pt x="60852" y="22099"/>
                </a:moveTo>
                <a:lnTo>
                  <a:pt x="56295" y="22099"/>
                </a:lnTo>
                <a:lnTo>
                  <a:pt x="56295" y="17501"/>
                </a:lnTo>
                <a:lnTo>
                  <a:pt x="60852" y="17501"/>
                </a:lnTo>
                <a:close/>
                <a:moveTo>
                  <a:pt x="60852" y="17260"/>
                </a:moveTo>
                <a:lnTo>
                  <a:pt x="56295" y="17260"/>
                </a:lnTo>
                <a:lnTo>
                  <a:pt x="56295" y="12703"/>
                </a:lnTo>
                <a:lnTo>
                  <a:pt x="60852" y="12703"/>
                </a:lnTo>
                <a:close/>
                <a:moveTo>
                  <a:pt x="60852" y="12461"/>
                </a:moveTo>
                <a:lnTo>
                  <a:pt x="56295" y="12461"/>
                </a:lnTo>
                <a:lnTo>
                  <a:pt x="56295" y="7904"/>
                </a:lnTo>
                <a:lnTo>
                  <a:pt x="60852" y="7904"/>
                </a:lnTo>
                <a:close/>
                <a:moveTo>
                  <a:pt x="60852" y="7662"/>
                </a:moveTo>
                <a:lnTo>
                  <a:pt x="56295" y="7662"/>
                </a:lnTo>
                <a:lnTo>
                  <a:pt x="56295" y="3307"/>
                </a:lnTo>
                <a:lnTo>
                  <a:pt x="60852" y="3307"/>
                </a:lnTo>
                <a:lnTo>
                  <a:pt x="60852" y="7904"/>
                </a:lnTo>
                <a:close/>
                <a:moveTo>
                  <a:pt x="65651" y="84644"/>
                </a:moveTo>
                <a:lnTo>
                  <a:pt x="61094" y="84644"/>
                </a:lnTo>
                <a:lnTo>
                  <a:pt x="61094" y="80047"/>
                </a:lnTo>
                <a:lnTo>
                  <a:pt x="65651" y="80047"/>
                </a:lnTo>
                <a:close/>
                <a:moveTo>
                  <a:pt x="65651" y="79805"/>
                </a:moveTo>
                <a:lnTo>
                  <a:pt x="61094" y="79805"/>
                </a:lnTo>
                <a:lnTo>
                  <a:pt x="61094" y="75248"/>
                </a:lnTo>
                <a:lnTo>
                  <a:pt x="65651" y="75248"/>
                </a:lnTo>
                <a:close/>
                <a:moveTo>
                  <a:pt x="65651" y="75006"/>
                </a:moveTo>
                <a:lnTo>
                  <a:pt x="61094" y="75006"/>
                </a:lnTo>
                <a:lnTo>
                  <a:pt x="61094" y="70449"/>
                </a:lnTo>
                <a:lnTo>
                  <a:pt x="65651" y="70449"/>
                </a:lnTo>
                <a:close/>
                <a:moveTo>
                  <a:pt x="65651" y="70208"/>
                </a:moveTo>
                <a:lnTo>
                  <a:pt x="61094" y="70208"/>
                </a:lnTo>
                <a:lnTo>
                  <a:pt x="61094" y="65610"/>
                </a:lnTo>
                <a:lnTo>
                  <a:pt x="65651" y="65610"/>
                </a:lnTo>
                <a:close/>
                <a:moveTo>
                  <a:pt x="65651" y="65368"/>
                </a:moveTo>
                <a:lnTo>
                  <a:pt x="61094" y="65368"/>
                </a:lnTo>
                <a:lnTo>
                  <a:pt x="61094" y="60812"/>
                </a:lnTo>
                <a:lnTo>
                  <a:pt x="65651" y="60812"/>
                </a:lnTo>
                <a:close/>
                <a:moveTo>
                  <a:pt x="65651" y="60570"/>
                </a:moveTo>
                <a:lnTo>
                  <a:pt x="61094" y="60570"/>
                </a:lnTo>
                <a:lnTo>
                  <a:pt x="61094" y="56013"/>
                </a:lnTo>
                <a:lnTo>
                  <a:pt x="65651" y="56013"/>
                </a:lnTo>
                <a:close/>
                <a:moveTo>
                  <a:pt x="65651" y="55771"/>
                </a:moveTo>
                <a:lnTo>
                  <a:pt x="61094" y="55771"/>
                </a:lnTo>
                <a:lnTo>
                  <a:pt x="61094" y="51174"/>
                </a:lnTo>
                <a:lnTo>
                  <a:pt x="65651" y="51174"/>
                </a:lnTo>
                <a:close/>
                <a:moveTo>
                  <a:pt x="65651" y="50932"/>
                </a:moveTo>
                <a:lnTo>
                  <a:pt x="61094" y="50932"/>
                </a:lnTo>
                <a:lnTo>
                  <a:pt x="61094" y="46375"/>
                </a:lnTo>
                <a:lnTo>
                  <a:pt x="65651" y="46375"/>
                </a:lnTo>
                <a:close/>
                <a:moveTo>
                  <a:pt x="65651" y="46133"/>
                </a:moveTo>
                <a:lnTo>
                  <a:pt x="61094" y="46133"/>
                </a:lnTo>
                <a:lnTo>
                  <a:pt x="61094" y="41536"/>
                </a:lnTo>
                <a:lnTo>
                  <a:pt x="65651" y="41536"/>
                </a:lnTo>
                <a:close/>
                <a:moveTo>
                  <a:pt x="65651" y="41294"/>
                </a:moveTo>
                <a:lnTo>
                  <a:pt x="61094" y="41294"/>
                </a:lnTo>
                <a:lnTo>
                  <a:pt x="61094" y="36737"/>
                </a:lnTo>
                <a:lnTo>
                  <a:pt x="65651" y="36737"/>
                </a:lnTo>
                <a:close/>
                <a:moveTo>
                  <a:pt x="65651" y="36495"/>
                </a:moveTo>
                <a:lnTo>
                  <a:pt x="61094" y="36495"/>
                </a:lnTo>
                <a:lnTo>
                  <a:pt x="61094" y="31938"/>
                </a:lnTo>
                <a:lnTo>
                  <a:pt x="65651" y="31938"/>
                </a:lnTo>
                <a:close/>
                <a:moveTo>
                  <a:pt x="65651" y="31696"/>
                </a:moveTo>
                <a:lnTo>
                  <a:pt x="61094" y="31696"/>
                </a:lnTo>
                <a:lnTo>
                  <a:pt x="61094" y="27099"/>
                </a:lnTo>
                <a:lnTo>
                  <a:pt x="65651" y="27099"/>
                </a:lnTo>
                <a:close/>
                <a:moveTo>
                  <a:pt x="65651" y="26857"/>
                </a:moveTo>
                <a:lnTo>
                  <a:pt x="61094" y="26857"/>
                </a:lnTo>
                <a:lnTo>
                  <a:pt x="61094" y="22300"/>
                </a:lnTo>
                <a:lnTo>
                  <a:pt x="65651" y="22300"/>
                </a:lnTo>
                <a:close/>
                <a:moveTo>
                  <a:pt x="65651" y="22058"/>
                </a:moveTo>
                <a:lnTo>
                  <a:pt x="61094" y="22058"/>
                </a:lnTo>
                <a:lnTo>
                  <a:pt x="61094" y="17501"/>
                </a:lnTo>
                <a:lnTo>
                  <a:pt x="65651" y="17501"/>
                </a:lnTo>
                <a:close/>
                <a:moveTo>
                  <a:pt x="65651" y="17260"/>
                </a:moveTo>
                <a:lnTo>
                  <a:pt x="61094" y="17260"/>
                </a:lnTo>
                <a:lnTo>
                  <a:pt x="61094" y="12662"/>
                </a:lnTo>
                <a:lnTo>
                  <a:pt x="65651" y="12662"/>
                </a:lnTo>
                <a:close/>
                <a:moveTo>
                  <a:pt x="65651" y="12420"/>
                </a:moveTo>
                <a:lnTo>
                  <a:pt x="61094" y="12420"/>
                </a:lnTo>
                <a:lnTo>
                  <a:pt x="61094" y="7864"/>
                </a:lnTo>
                <a:lnTo>
                  <a:pt x="65651" y="7864"/>
                </a:lnTo>
                <a:close/>
                <a:moveTo>
                  <a:pt x="70490" y="84604"/>
                </a:moveTo>
                <a:lnTo>
                  <a:pt x="65893" y="84604"/>
                </a:lnTo>
                <a:lnTo>
                  <a:pt x="65893" y="80047"/>
                </a:lnTo>
                <a:lnTo>
                  <a:pt x="70490" y="80047"/>
                </a:lnTo>
                <a:close/>
                <a:moveTo>
                  <a:pt x="70490" y="79805"/>
                </a:moveTo>
                <a:lnTo>
                  <a:pt x="65893" y="79805"/>
                </a:lnTo>
                <a:lnTo>
                  <a:pt x="65893" y="75208"/>
                </a:lnTo>
                <a:lnTo>
                  <a:pt x="70490" y="75208"/>
                </a:lnTo>
                <a:close/>
                <a:moveTo>
                  <a:pt x="70490" y="74966"/>
                </a:moveTo>
                <a:lnTo>
                  <a:pt x="65893" y="74966"/>
                </a:lnTo>
                <a:lnTo>
                  <a:pt x="65893" y="70409"/>
                </a:lnTo>
                <a:lnTo>
                  <a:pt x="70490" y="70409"/>
                </a:lnTo>
                <a:close/>
                <a:moveTo>
                  <a:pt x="70490" y="70167"/>
                </a:moveTo>
                <a:lnTo>
                  <a:pt x="65893" y="70167"/>
                </a:lnTo>
                <a:lnTo>
                  <a:pt x="65893" y="65610"/>
                </a:lnTo>
                <a:lnTo>
                  <a:pt x="70490" y="65610"/>
                </a:lnTo>
                <a:close/>
                <a:moveTo>
                  <a:pt x="70490" y="65368"/>
                </a:moveTo>
                <a:lnTo>
                  <a:pt x="65893" y="65368"/>
                </a:lnTo>
                <a:lnTo>
                  <a:pt x="65893" y="60771"/>
                </a:lnTo>
                <a:lnTo>
                  <a:pt x="70490" y="60771"/>
                </a:lnTo>
                <a:close/>
                <a:moveTo>
                  <a:pt x="70490" y="60529"/>
                </a:moveTo>
                <a:lnTo>
                  <a:pt x="65893" y="60529"/>
                </a:lnTo>
                <a:lnTo>
                  <a:pt x="65893" y="55972"/>
                </a:lnTo>
                <a:lnTo>
                  <a:pt x="70490" y="55972"/>
                </a:lnTo>
                <a:close/>
                <a:moveTo>
                  <a:pt x="70490" y="55730"/>
                </a:moveTo>
                <a:lnTo>
                  <a:pt x="65893" y="55730"/>
                </a:lnTo>
                <a:lnTo>
                  <a:pt x="65893" y="51174"/>
                </a:lnTo>
                <a:lnTo>
                  <a:pt x="70490" y="51174"/>
                </a:lnTo>
                <a:close/>
                <a:moveTo>
                  <a:pt x="70490" y="50932"/>
                </a:moveTo>
                <a:lnTo>
                  <a:pt x="65893" y="50932"/>
                </a:lnTo>
                <a:lnTo>
                  <a:pt x="65893" y="46335"/>
                </a:lnTo>
                <a:lnTo>
                  <a:pt x="70490" y="46335"/>
                </a:lnTo>
                <a:close/>
                <a:moveTo>
                  <a:pt x="70490" y="46093"/>
                </a:moveTo>
                <a:lnTo>
                  <a:pt x="65893" y="46093"/>
                </a:lnTo>
                <a:lnTo>
                  <a:pt x="65893" y="41536"/>
                </a:lnTo>
                <a:lnTo>
                  <a:pt x="70490" y="41536"/>
                </a:lnTo>
                <a:close/>
                <a:moveTo>
                  <a:pt x="70490" y="41294"/>
                </a:moveTo>
                <a:lnTo>
                  <a:pt x="65893" y="41294"/>
                </a:lnTo>
                <a:lnTo>
                  <a:pt x="65893" y="36737"/>
                </a:lnTo>
                <a:lnTo>
                  <a:pt x="70490" y="36737"/>
                </a:lnTo>
                <a:close/>
                <a:moveTo>
                  <a:pt x="70490" y="36495"/>
                </a:moveTo>
                <a:lnTo>
                  <a:pt x="65893" y="36495"/>
                </a:lnTo>
                <a:lnTo>
                  <a:pt x="65893" y="31898"/>
                </a:lnTo>
                <a:lnTo>
                  <a:pt x="70490" y="31898"/>
                </a:lnTo>
                <a:close/>
                <a:moveTo>
                  <a:pt x="70490" y="31656"/>
                </a:moveTo>
                <a:lnTo>
                  <a:pt x="65893" y="31656"/>
                </a:lnTo>
                <a:lnTo>
                  <a:pt x="65893" y="27099"/>
                </a:lnTo>
                <a:lnTo>
                  <a:pt x="70490" y="27099"/>
                </a:lnTo>
                <a:close/>
                <a:moveTo>
                  <a:pt x="70490" y="26857"/>
                </a:moveTo>
                <a:lnTo>
                  <a:pt x="65893" y="26857"/>
                </a:lnTo>
                <a:lnTo>
                  <a:pt x="65893" y="22260"/>
                </a:lnTo>
                <a:lnTo>
                  <a:pt x="70490" y="22260"/>
                </a:lnTo>
                <a:close/>
                <a:moveTo>
                  <a:pt x="70490" y="22018"/>
                </a:moveTo>
                <a:lnTo>
                  <a:pt x="65893" y="22018"/>
                </a:lnTo>
                <a:lnTo>
                  <a:pt x="65893" y="17461"/>
                </a:lnTo>
                <a:lnTo>
                  <a:pt x="70490" y="17461"/>
                </a:lnTo>
                <a:close/>
                <a:moveTo>
                  <a:pt x="70490" y="17219"/>
                </a:moveTo>
                <a:lnTo>
                  <a:pt x="65893" y="17219"/>
                </a:lnTo>
                <a:lnTo>
                  <a:pt x="65893" y="12662"/>
                </a:lnTo>
                <a:lnTo>
                  <a:pt x="70490" y="12662"/>
                </a:lnTo>
                <a:close/>
                <a:moveTo>
                  <a:pt x="70490" y="12420"/>
                </a:moveTo>
                <a:lnTo>
                  <a:pt x="65893" y="12420"/>
                </a:lnTo>
                <a:lnTo>
                  <a:pt x="65893" y="7823"/>
                </a:lnTo>
                <a:lnTo>
                  <a:pt x="70490" y="7823"/>
                </a:lnTo>
                <a:close/>
                <a:moveTo>
                  <a:pt x="75289" y="79765"/>
                </a:moveTo>
                <a:lnTo>
                  <a:pt x="70732" y="79765"/>
                </a:lnTo>
                <a:lnTo>
                  <a:pt x="70732" y="75208"/>
                </a:lnTo>
                <a:lnTo>
                  <a:pt x="75289" y="75208"/>
                </a:lnTo>
                <a:close/>
                <a:moveTo>
                  <a:pt x="75289" y="74966"/>
                </a:moveTo>
                <a:lnTo>
                  <a:pt x="70732" y="74966"/>
                </a:lnTo>
                <a:lnTo>
                  <a:pt x="70732" y="70409"/>
                </a:lnTo>
                <a:lnTo>
                  <a:pt x="75289" y="70409"/>
                </a:lnTo>
                <a:close/>
                <a:moveTo>
                  <a:pt x="75289" y="70167"/>
                </a:moveTo>
                <a:lnTo>
                  <a:pt x="70732" y="70167"/>
                </a:lnTo>
                <a:lnTo>
                  <a:pt x="70732" y="65570"/>
                </a:lnTo>
                <a:lnTo>
                  <a:pt x="75289" y="65570"/>
                </a:lnTo>
                <a:close/>
                <a:moveTo>
                  <a:pt x="75289" y="65328"/>
                </a:moveTo>
                <a:lnTo>
                  <a:pt x="70732" y="65328"/>
                </a:lnTo>
                <a:lnTo>
                  <a:pt x="70732" y="60771"/>
                </a:lnTo>
                <a:lnTo>
                  <a:pt x="75289" y="60771"/>
                </a:lnTo>
                <a:close/>
                <a:moveTo>
                  <a:pt x="75289" y="60529"/>
                </a:moveTo>
                <a:lnTo>
                  <a:pt x="70732" y="60529"/>
                </a:lnTo>
                <a:lnTo>
                  <a:pt x="70732" y="55972"/>
                </a:lnTo>
                <a:lnTo>
                  <a:pt x="75289" y="55972"/>
                </a:lnTo>
                <a:close/>
                <a:moveTo>
                  <a:pt x="75289" y="55730"/>
                </a:moveTo>
                <a:lnTo>
                  <a:pt x="70732" y="55730"/>
                </a:lnTo>
                <a:lnTo>
                  <a:pt x="70732" y="51133"/>
                </a:lnTo>
                <a:lnTo>
                  <a:pt x="75289" y="51133"/>
                </a:lnTo>
                <a:close/>
                <a:moveTo>
                  <a:pt x="75289" y="50891"/>
                </a:moveTo>
                <a:lnTo>
                  <a:pt x="70732" y="50891"/>
                </a:lnTo>
                <a:lnTo>
                  <a:pt x="70732" y="46335"/>
                </a:lnTo>
                <a:lnTo>
                  <a:pt x="75289" y="46335"/>
                </a:lnTo>
                <a:close/>
                <a:moveTo>
                  <a:pt x="75289" y="46093"/>
                </a:moveTo>
                <a:lnTo>
                  <a:pt x="70732" y="46093"/>
                </a:lnTo>
                <a:lnTo>
                  <a:pt x="70732" y="41495"/>
                </a:lnTo>
                <a:lnTo>
                  <a:pt x="75289" y="41495"/>
                </a:lnTo>
                <a:close/>
                <a:moveTo>
                  <a:pt x="75289" y="41253"/>
                </a:moveTo>
                <a:lnTo>
                  <a:pt x="70732" y="41253"/>
                </a:lnTo>
                <a:lnTo>
                  <a:pt x="70732" y="36697"/>
                </a:lnTo>
                <a:lnTo>
                  <a:pt x="75289" y="36697"/>
                </a:lnTo>
                <a:close/>
                <a:moveTo>
                  <a:pt x="75289" y="36455"/>
                </a:moveTo>
                <a:lnTo>
                  <a:pt x="70732" y="36455"/>
                </a:lnTo>
                <a:lnTo>
                  <a:pt x="70732" y="31898"/>
                </a:lnTo>
                <a:lnTo>
                  <a:pt x="75289" y="31898"/>
                </a:lnTo>
                <a:close/>
                <a:moveTo>
                  <a:pt x="75289" y="31656"/>
                </a:moveTo>
                <a:lnTo>
                  <a:pt x="70732" y="31656"/>
                </a:lnTo>
                <a:lnTo>
                  <a:pt x="70732" y="27059"/>
                </a:lnTo>
                <a:lnTo>
                  <a:pt x="75289" y="27059"/>
                </a:lnTo>
                <a:close/>
                <a:moveTo>
                  <a:pt x="75289" y="26817"/>
                </a:moveTo>
                <a:lnTo>
                  <a:pt x="70732" y="26817"/>
                </a:lnTo>
                <a:lnTo>
                  <a:pt x="70732" y="22260"/>
                </a:lnTo>
                <a:lnTo>
                  <a:pt x="75289" y="22260"/>
                </a:lnTo>
                <a:close/>
                <a:moveTo>
                  <a:pt x="75289" y="22018"/>
                </a:moveTo>
                <a:lnTo>
                  <a:pt x="70732" y="22018"/>
                </a:lnTo>
                <a:lnTo>
                  <a:pt x="70732" y="17461"/>
                </a:lnTo>
                <a:lnTo>
                  <a:pt x="75289" y="17461"/>
                </a:lnTo>
                <a:close/>
                <a:moveTo>
                  <a:pt x="75289" y="17219"/>
                </a:moveTo>
                <a:lnTo>
                  <a:pt x="70732" y="17219"/>
                </a:lnTo>
                <a:lnTo>
                  <a:pt x="70732" y="12622"/>
                </a:lnTo>
                <a:lnTo>
                  <a:pt x="75289" y="12622"/>
                </a:lnTo>
                <a:close/>
                <a:moveTo>
                  <a:pt x="80087" y="74926"/>
                </a:moveTo>
                <a:lnTo>
                  <a:pt x="75531" y="74926"/>
                </a:lnTo>
                <a:lnTo>
                  <a:pt x="75531" y="70369"/>
                </a:lnTo>
                <a:lnTo>
                  <a:pt x="80087" y="70369"/>
                </a:lnTo>
                <a:close/>
                <a:moveTo>
                  <a:pt x="80087" y="70127"/>
                </a:moveTo>
                <a:lnTo>
                  <a:pt x="75531" y="70127"/>
                </a:lnTo>
                <a:lnTo>
                  <a:pt x="75531" y="65570"/>
                </a:lnTo>
                <a:lnTo>
                  <a:pt x="80087" y="65570"/>
                </a:lnTo>
                <a:close/>
                <a:moveTo>
                  <a:pt x="80087" y="65328"/>
                </a:moveTo>
                <a:lnTo>
                  <a:pt x="75531" y="65328"/>
                </a:lnTo>
                <a:lnTo>
                  <a:pt x="75531" y="60731"/>
                </a:lnTo>
                <a:lnTo>
                  <a:pt x="80087" y="60731"/>
                </a:lnTo>
                <a:close/>
                <a:moveTo>
                  <a:pt x="80087" y="60489"/>
                </a:moveTo>
                <a:lnTo>
                  <a:pt x="75531" y="60489"/>
                </a:lnTo>
                <a:lnTo>
                  <a:pt x="75531" y="55932"/>
                </a:lnTo>
                <a:lnTo>
                  <a:pt x="80087" y="55932"/>
                </a:lnTo>
                <a:close/>
                <a:moveTo>
                  <a:pt x="80087" y="55690"/>
                </a:moveTo>
                <a:lnTo>
                  <a:pt x="75531" y="55690"/>
                </a:lnTo>
                <a:lnTo>
                  <a:pt x="75531" y="51133"/>
                </a:lnTo>
                <a:lnTo>
                  <a:pt x="80087" y="51133"/>
                </a:lnTo>
                <a:close/>
                <a:moveTo>
                  <a:pt x="80087" y="50891"/>
                </a:moveTo>
                <a:lnTo>
                  <a:pt x="75531" y="50891"/>
                </a:lnTo>
                <a:lnTo>
                  <a:pt x="75531" y="46294"/>
                </a:lnTo>
                <a:lnTo>
                  <a:pt x="80087" y="46294"/>
                </a:lnTo>
                <a:close/>
                <a:moveTo>
                  <a:pt x="80087" y="46052"/>
                </a:moveTo>
                <a:lnTo>
                  <a:pt x="75531" y="46052"/>
                </a:lnTo>
                <a:lnTo>
                  <a:pt x="75531" y="41495"/>
                </a:lnTo>
                <a:lnTo>
                  <a:pt x="80087" y="41495"/>
                </a:lnTo>
                <a:close/>
                <a:moveTo>
                  <a:pt x="80087" y="41253"/>
                </a:moveTo>
                <a:lnTo>
                  <a:pt x="75531" y="41253"/>
                </a:lnTo>
                <a:lnTo>
                  <a:pt x="75531" y="36697"/>
                </a:lnTo>
                <a:lnTo>
                  <a:pt x="80087" y="36697"/>
                </a:lnTo>
                <a:close/>
                <a:moveTo>
                  <a:pt x="80087" y="36455"/>
                </a:moveTo>
                <a:lnTo>
                  <a:pt x="75531" y="36455"/>
                </a:lnTo>
                <a:lnTo>
                  <a:pt x="75531" y="31858"/>
                </a:lnTo>
                <a:lnTo>
                  <a:pt x="80087" y="31858"/>
                </a:lnTo>
                <a:close/>
                <a:moveTo>
                  <a:pt x="80087" y="31616"/>
                </a:moveTo>
                <a:lnTo>
                  <a:pt x="75531" y="31616"/>
                </a:lnTo>
                <a:lnTo>
                  <a:pt x="75531" y="27059"/>
                </a:lnTo>
                <a:lnTo>
                  <a:pt x="80087" y="27059"/>
                </a:lnTo>
                <a:close/>
                <a:moveTo>
                  <a:pt x="80087" y="26817"/>
                </a:moveTo>
                <a:lnTo>
                  <a:pt x="75531" y="26817"/>
                </a:lnTo>
                <a:lnTo>
                  <a:pt x="75531" y="22260"/>
                </a:lnTo>
                <a:lnTo>
                  <a:pt x="80087" y="22260"/>
                </a:lnTo>
                <a:close/>
                <a:moveTo>
                  <a:pt x="80087" y="22018"/>
                </a:moveTo>
                <a:lnTo>
                  <a:pt x="75531" y="22018"/>
                </a:lnTo>
                <a:lnTo>
                  <a:pt x="75531" y="17421"/>
                </a:lnTo>
                <a:lnTo>
                  <a:pt x="80087" y="17421"/>
                </a:lnTo>
                <a:close/>
                <a:moveTo>
                  <a:pt x="84886" y="70127"/>
                </a:moveTo>
                <a:lnTo>
                  <a:pt x="80329" y="70127"/>
                </a:lnTo>
                <a:lnTo>
                  <a:pt x="80329" y="65530"/>
                </a:lnTo>
                <a:lnTo>
                  <a:pt x="84886" y="65530"/>
                </a:lnTo>
                <a:close/>
                <a:moveTo>
                  <a:pt x="84886" y="65288"/>
                </a:moveTo>
                <a:lnTo>
                  <a:pt x="80329" y="65288"/>
                </a:lnTo>
                <a:lnTo>
                  <a:pt x="80329" y="60731"/>
                </a:lnTo>
                <a:lnTo>
                  <a:pt x="84886" y="60731"/>
                </a:lnTo>
                <a:close/>
                <a:moveTo>
                  <a:pt x="84886" y="60489"/>
                </a:moveTo>
                <a:lnTo>
                  <a:pt x="80329" y="60489"/>
                </a:lnTo>
                <a:lnTo>
                  <a:pt x="80329" y="55932"/>
                </a:lnTo>
                <a:lnTo>
                  <a:pt x="84886" y="55932"/>
                </a:lnTo>
                <a:close/>
                <a:moveTo>
                  <a:pt x="84886" y="55690"/>
                </a:moveTo>
                <a:lnTo>
                  <a:pt x="80329" y="55690"/>
                </a:lnTo>
                <a:lnTo>
                  <a:pt x="80329" y="51093"/>
                </a:lnTo>
                <a:lnTo>
                  <a:pt x="84886" y="51093"/>
                </a:lnTo>
                <a:close/>
                <a:moveTo>
                  <a:pt x="84886" y="50851"/>
                </a:moveTo>
                <a:lnTo>
                  <a:pt x="80329" y="50851"/>
                </a:lnTo>
                <a:lnTo>
                  <a:pt x="80329" y="46294"/>
                </a:lnTo>
                <a:lnTo>
                  <a:pt x="84886" y="46294"/>
                </a:lnTo>
                <a:close/>
                <a:moveTo>
                  <a:pt x="84886" y="46052"/>
                </a:moveTo>
                <a:lnTo>
                  <a:pt x="80329" y="46052"/>
                </a:lnTo>
                <a:lnTo>
                  <a:pt x="80329" y="41495"/>
                </a:lnTo>
                <a:lnTo>
                  <a:pt x="84886" y="41495"/>
                </a:lnTo>
                <a:close/>
                <a:moveTo>
                  <a:pt x="84886" y="41253"/>
                </a:moveTo>
                <a:lnTo>
                  <a:pt x="80329" y="41253"/>
                </a:lnTo>
                <a:lnTo>
                  <a:pt x="80329" y="36656"/>
                </a:lnTo>
                <a:lnTo>
                  <a:pt x="84886" y="36656"/>
                </a:lnTo>
                <a:close/>
                <a:moveTo>
                  <a:pt x="84886" y="36414"/>
                </a:moveTo>
                <a:lnTo>
                  <a:pt x="80329" y="36414"/>
                </a:lnTo>
                <a:lnTo>
                  <a:pt x="80329" y="31858"/>
                </a:lnTo>
                <a:lnTo>
                  <a:pt x="84886" y="31858"/>
                </a:lnTo>
                <a:close/>
                <a:moveTo>
                  <a:pt x="84886" y="31616"/>
                </a:moveTo>
                <a:lnTo>
                  <a:pt x="80329" y="31616"/>
                </a:lnTo>
                <a:lnTo>
                  <a:pt x="80329" y="27018"/>
                </a:lnTo>
                <a:lnTo>
                  <a:pt x="84886" y="27018"/>
                </a:lnTo>
                <a:close/>
                <a:moveTo>
                  <a:pt x="84886" y="26776"/>
                </a:moveTo>
                <a:lnTo>
                  <a:pt x="80329" y="26776"/>
                </a:lnTo>
                <a:lnTo>
                  <a:pt x="80329" y="22220"/>
                </a:lnTo>
                <a:lnTo>
                  <a:pt x="84886" y="222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5562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9">
          <a:extLst>
            <a:ext uri="{FF2B5EF4-FFF2-40B4-BE49-F238E27FC236}">
              <a16:creationId xmlns:a16="http://schemas.microsoft.com/office/drawing/2014/main" id="{BCA26342-536F-FE41-4BD4-0BF9850535B8}"/>
            </a:ext>
          </a:extLst>
        </p:cNvPr>
        <p:cNvGrpSpPr/>
        <p:nvPr/>
      </p:nvGrpSpPr>
      <p:grpSpPr>
        <a:xfrm>
          <a:off x="0" y="0"/>
          <a:ext cx="0" cy="0"/>
          <a:chOff x="0" y="0"/>
          <a:chExt cx="0" cy="0"/>
        </a:xfrm>
      </p:grpSpPr>
      <p:sp>
        <p:nvSpPr>
          <p:cNvPr id="1120" name="Google Shape;1120;p43">
            <a:extLst>
              <a:ext uri="{FF2B5EF4-FFF2-40B4-BE49-F238E27FC236}">
                <a16:creationId xmlns:a16="http://schemas.microsoft.com/office/drawing/2014/main" id="{B6A749D8-FFE9-A172-58EB-3AE6E1FC8D72}"/>
              </a:ext>
            </a:extLst>
          </p:cNvPr>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Secondary analysis questions:-</a:t>
            </a:r>
            <a:br>
              <a:rPr lang="en-US" dirty="0"/>
            </a:br>
            <a:endParaRPr dirty="0"/>
          </a:p>
        </p:txBody>
      </p:sp>
      <p:sp>
        <p:nvSpPr>
          <p:cNvPr id="1121" name="Google Shape;1121;p43">
            <a:extLst>
              <a:ext uri="{FF2B5EF4-FFF2-40B4-BE49-F238E27FC236}">
                <a16:creationId xmlns:a16="http://schemas.microsoft.com/office/drawing/2014/main" id="{5EBC18D8-7C5C-D127-371A-A85E31F7CC51}"/>
              </a:ext>
            </a:extLst>
          </p:cNvPr>
          <p:cNvSpPr txBox="1">
            <a:spLocks noGrp="1"/>
          </p:cNvSpPr>
          <p:nvPr>
            <p:ph type="subTitle" idx="1"/>
          </p:nvPr>
        </p:nvSpPr>
        <p:spPr>
          <a:xfrm>
            <a:off x="4405297" y="1030779"/>
            <a:ext cx="4157969" cy="1977317"/>
          </a:xfrm>
          <a:prstGeom prst="rect">
            <a:avLst/>
          </a:prstGeom>
        </p:spPr>
        <p:txBody>
          <a:bodyPr spcFirstLastPara="1" wrap="square" lIns="91425" tIns="91425" rIns="91425" bIns="91425" anchor="t" anchorCtr="0">
            <a:noAutofit/>
          </a:bodyPr>
          <a:lstStyle/>
          <a:p>
            <a:pPr marL="228600" indent="-228600" algn="just">
              <a:lnSpc>
                <a:spcPct val="150000"/>
              </a:lnSpc>
              <a:buFont typeface="+mj-lt"/>
              <a:buAutoNum type="arabicPeriod"/>
            </a:pPr>
            <a:r>
              <a:rPr lang="en-US" dirty="0">
                <a:latin typeface="+mn-lt"/>
              </a:rPr>
              <a:t>How aware are Indian citizens of what AQI (Air Quality Index) means — and do they understand its health implications?</a:t>
            </a:r>
          </a:p>
          <a:p>
            <a:pPr marL="228600" indent="-228600" algn="just">
              <a:lnSpc>
                <a:spcPct val="150000"/>
              </a:lnSpc>
              <a:buFont typeface="+mj-lt"/>
              <a:buAutoNum type="arabicPeriod"/>
            </a:pPr>
            <a:r>
              <a:rPr lang="en-US" dirty="0">
                <a:latin typeface="+mn-lt"/>
              </a:rPr>
              <a:t>Which pollution control policies introduced by the Indian government in the past 5 years have had the most measurable impact on improving air quality — and how have these impacts varied across regions or cities?</a:t>
            </a:r>
          </a:p>
          <a:p>
            <a:pPr marL="228600" lvl="0" indent="-228600" algn="just">
              <a:lnSpc>
                <a:spcPct val="150000"/>
              </a:lnSpc>
              <a:buFont typeface="+mj-lt"/>
              <a:buAutoNum type="arabicPeriod"/>
            </a:pPr>
            <a:endParaRPr dirty="0">
              <a:latin typeface="+mn-lt"/>
            </a:endParaRPr>
          </a:p>
        </p:txBody>
      </p:sp>
      <p:sp>
        <p:nvSpPr>
          <p:cNvPr id="1122" name="Google Shape;1122;p43">
            <a:extLst>
              <a:ext uri="{FF2B5EF4-FFF2-40B4-BE49-F238E27FC236}">
                <a16:creationId xmlns:a16="http://schemas.microsoft.com/office/drawing/2014/main" id="{3D2A7FE3-C6F2-A3F2-E270-F1BDE39F6217}"/>
              </a:ext>
            </a:extLst>
          </p:cNvPr>
          <p:cNvSpPr txBox="1">
            <a:spLocks noGrp="1"/>
          </p:cNvSpPr>
          <p:nvPr>
            <p:ph type="subTitle" idx="2"/>
          </p:nvPr>
        </p:nvSpPr>
        <p:spPr>
          <a:xfrm>
            <a:off x="722375" y="1034998"/>
            <a:ext cx="3682922" cy="3073504"/>
          </a:xfrm>
          <a:prstGeom prst="rect">
            <a:avLst/>
          </a:prstGeom>
        </p:spPr>
        <p:txBody>
          <a:bodyPr spcFirstLastPara="1" wrap="square" lIns="91425" tIns="91425" rIns="91425" bIns="91425" anchor="t" anchorCtr="0">
            <a:noAutofit/>
          </a:bodyPr>
          <a:lstStyle/>
          <a:p>
            <a:pPr marL="228600" lvl="0" indent="-228600" algn="just">
              <a:lnSpc>
                <a:spcPct val="150000"/>
              </a:lnSpc>
              <a:buFont typeface="+mj-lt"/>
              <a:buAutoNum type="arabicPeriod"/>
            </a:pPr>
            <a:r>
              <a:rPr lang="en-US" dirty="0">
                <a:latin typeface="+mn-lt"/>
              </a:rPr>
              <a:t>Which age group is most affected by air pollution-related health outcomes — and how does this vary by city?</a:t>
            </a:r>
          </a:p>
          <a:p>
            <a:pPr marL="228600" lvl="0" indent="-228600" algn="just">
              <a:lnSpc>
                <a:spcPct val="150000"/>
              </a:lnSpc>
              <a:buFont typeface="+mj-lt"/>
              <a:buAutoNum type="arabicPeriod"/>
            </a:pPr>
            <a:r>
              <a:rPr lang="en-US" dirty="0">
                <a:latin typeface="+mn-lt"/>
              </a:rPr>
              <a:t>Who are the major competitors in the Indian air purifier market, and what are their key differentiators (e.g., price, filtration stages, smart features)?</a:t>
            </a:r>
          </a:p>
          <a:p>
            <a:pPr marL="228600" lvl="0" indent="-228600" algn="just">
              <a:lnSpc>
                <a:spcPct val="150000"/>
              </a:lnSpc>
              <a:buFont typeface="+mj-lt"/>
              <a:buAutoNum type="arabicPeriod"/>
            </a:pPr>
            <a:r>
              <a:rPr lang="en-US" dirty="0">
                <a:latin typeface="+mn-lt"/>
              </a:rPr>
              <a:t>What is the relationship between a city’s population size and its average AQI — do larger cities always suffer from worse air quality? (Consider 2024 population and AQI data for this)</a:t>
            </a:r>
          </a:p>
        </p:txBody>
      </p:sp>
    </p:spTree>
    <p:extLst>
      <p:ext uri="{BB962C8B-B14F-4D97-AF65-F5344CB8AC3E}">
        <p14:creationId xmlns:p14="http://schemas.microsoft.com/office/powerpoint/2010/main" val="3731720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8" name="Google Shape;1128;p44"/>
          <p:cNvSpPr txBox="1">
            <a:spLocks noGrp="1"/>
          </p:cNvSpPr>
          <p:nvPr>
            <p:ph type="body" idx="1"/>
          </p:nvPr>
        </p:nvSpPr>
        <p:spPr>
          <a:xfrm>
            <a:off x="127591" y="340888"/>
            <a:ext cx="8835647" cy="462756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 </a:t>
            </a:r>
            <a:endParaRPr dirty="0"/>
          </a:p>
        </p:txBody>
      </p:sp>
      <p:grpSp>
        <p:nvGrpSpPr>
          <p:cNvPr id="1129" name="Google Shape;1129;p44"/>
          <p:cNvGrpSpPr/>
          <p:nvPr/>
        </p:nvGrpSpPr>
        <p:grpSpPr>
          <a:xfrm>
            <a:off x="5309025" y="1748650"/>
            <a:ext cx="3834975" cy="3394725"/>
            <a:chOff x="5309025" y="1748650"/>
            <a:chExt cx="3834975" cy="3394725"/>
          </a:xfrm>
        </p:grpSpPr>
        <p:sp>
          <p:nvSpPr>
            <p:cNvPr id="1130" name="Google Shape;1130;p44"/>
            <p:cNvSpPr/>
            <p:nvPr/>
          </p:nvSpPr>
          <p:spPr>
            <a:xfrm flipH="1">
              <a:off x="6093300" y="2443375"/>
              <a:ext cx="3050700" cy="27000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31" name="Google Shape;1131;p44"/>
            <p:cNvSpPr/>
            <p:nvPr/>
          </p:nvSpPr>
          <p:spPr>
            <a:xfrm>
              <a:off x="530902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132" name="Google Shape;1132;p44"/>
            <p:cNvGrpSpPr/>
            <p:nvPr/>
          </p:nvGrpSpPr>
          <p:grpSpPr>
            <a:xfrm>
              <a:off x="7041175" y="1748650"/>
              <a:ext cx="986125" cy="2095500"/>
              <a:chOff x="7631225" y="2241175"/>
              <a:chExt cx="986125" cy="2095500"/>
            </a:xfrm>
          </p:grpSpPr>
          <p:cxnSp>
            <p:nvCxnSpPr>
              <p:cNvPr id="1133" name="Google Shape;1133;p44"/>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4" name="Google Shape;1134;p44"/>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5" name="Google Shape;1135;p44"/>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6" name="Google Shape;1136;p44"/>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7" name="Google Shape;1137;p44"/>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8" name="Google Shape;1138;p44"/>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9" name="Google Shape;1139;p44"/>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0" name="Google Shape;1140;p44"/>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1" name="Google Shape;1141;p44"/>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2" name="Google Shape;1142;p44"/>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3" name="Google Shape;1143;p44"/>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4" name="Google Shape;1144;p44"/>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5" name="Google Shape;1145;p44"/>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6" name="Google Shape;1146;p44"/>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pic>
        <p:nvPicPr>
          <p:cNvPr id="11" name="Picture 10">
            <a:extLst>
              <a:ext uri="{FF2B5EF4-FFF2-40B4-BE49-F238E27FC236}">
                <a16:creationId xmlns:a16="http://schemas.microsoft.com/office/drawing/2014/main" id="{DE8904D7-9007-4112-0D3C-CAB18DB4FAC2}"/>
              </a:ext>
            </a:extLst>
          </p:cNvPr>
          <p:cNvPicPr>
            <a:picLocks noChangeAspect="1"/>
          </p:cNvPicPr>
          <p:nvPr/>
        </p:nvPicPr>
        <p:blipFill>
          <a:blip r:embed="rId3"/>
          <a:stretch>
            <a:fillRect/>
          </a:stretch>
        </p:blipFill>
        <p:spPr>
          <a:xfrm>
            <a:off x="404796" y="589119"/>
            <a:ext cx="8281236" cy="4414562"/>
          </a:xfrm>
          <a:prstGeom prst="rect">
            <a:avLst/>
          </a:prstGeom>
        </p:spPr>
      </p:pic>
      <p:sp>
        <p:nvSpPr>
          <p:cNvPr id="2" name="TextBox 1">
            <a:extLst>
              <a:ext uri="{FF2B5EF4-FFF2-40B4-BE49-F238E27FC236}">
                <a16:creationId xmlns:a16="http://schemas.microsoft.com/office/drawing/2014/main" id="{0D3EB662-1E6E-F529-55D6-4D5302862222}"/>
              </a:ext>
            </a:extLst>
          </p:cNvPr>
          <p:cNvSpPr txBox="1"/>
          <p:nvPr/>
        </p:nvSpPr>
        <p:spPr>
          <a:xfrm>
            <a:off x="1010094" y="139820"/>
            <a:ext cx="7675938" cy="338554"/>
          </a:xfrm>
          <a:prstGeom prst="rect">
            <a:avLst/>
          </a:prstGeom>
          <a:noFill/>
        </p:spPr>
        <p:txBody>
          <a:bodyPr wrap="square" rtlCol="0">
            <a:spAutoFit/>
          </a:bodyPr>
          <a:lstStyle/>
          <a:p>
            <a:r>
              <a:rPr lang="en-US" sz="1600" b="1" i="1" dirty="0">
                <a:solidFill>
                  <a:schemeClr val="bg1"/>
                </a:solidFill>
              </a:rPr>
              <a:t>Which age group is most affected by air pollution-related health outcomes:-</a:t>
            </a:r>
            <a:endParaRPr lang="en-US" b="1" i="1"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6">
          <a:extLst>
            <a:ext uri="{FF2B5EF4-FFF2-40B4-BE49-F238E27FC236}">
              <a16:creationId xmlns:a16="http://schemas.microsoft.com/office/drawing/2014/main" id="{FE9751F7-46B8-DC61-337F-70901C6C0B57}"/>
            </a:ext>
          </a:extLst>
        </p:cNvPr>
        <p:cNvGrpSpPr/>
        <p:nvPr/>
      </p:nvGrpSpPr>
      <p:grpSpPr>
        <a:xfrm>
          <a:off x="0" y="0"/>
          <a:ext cx="0" cy="0"/>
          <a:chOff x="0" y="0"/>
          <a:chExt cx="0" cy="0"/>
        </a:xfrm>
      </p:grpSpPr>
      <p:sp>
        <p:nvSpPr>
          <p:cNvPr id="1128" name="Google Shape;1128;p44">
            <a:extLst>
              <a:ext uri="{FF2B5EF4-FFF2-40B4-BE49-F238E27FC236}">
                <a16:creationId xmlns:a16="http://schemas.microsoft.com/office/drawing/2014/main" id="{77255E1D-485A-A706-72C4-E48C36310425}"/>
              </a:ext>
            </a:extLst>
          </p:cNvPr>
          <p:cNvSpPr txBox="1">
            <a:spLocks noGrp="1"/>
          </p:cNvSpPr>
          <p:nvPr>
            <p:ph type="body" idx="1"/>
          </p:nvPr>
        </p:nvSpPr>
        <p:spPr>
          <a:xfrm>
            <a:off x="127591" y="447597"/>
            <a:ext cx="8835647" cy="452085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 </a:t>
            </a:r>
            <a:endParaRPr dirty="0"/>
          </a:p>
        </p:txBody>
      </p:sp>
      <p:grpSp>
        <p:nvGrpSpPr>
          <p:cNvPr id="1129" name="Google Shape;1129;p44">
            <a:extLst>
              <a:ext uri="{FF2B5EF4-FFF2-40B4-BE49-F238E27FC236}">
                <a16:creationId xmlns:a16="http://schemas.microsoft.com/office/drawing/2014/main" id="{9A9EFCD1-E3E9-FC59-5F84-E43ABF89086B}"/>
              </a:ext>
            </a:extLst>
          </p:cNvPr>
          <p:cNvGrpSpPr/>
          <p:nvPr/>
        </p:nvGrpSpPr>
        <p:grpSpPr>
          <a:xfrm>
            <a:off x="5309025" y="1748650"/>
            <a:ext cx="3834975" cy="3394725"/>
            <a:chOff x="5309025" y="1748650"/>
            <a:chExt cx="3834975" cy="3394725"/>
          </a:xfrm>
        </p:grpSpPr>
        <p:sp>
          <p:nvSpPr>
            <p:cNvPr id="1130" name="Google Shape;1130;p44">
              <a:extLst>
                <a:ext uri="{FF2B5EF4-FFF2-40B4-BE49-F238E27FC236}">
                  <a16:creationId xmlns:a16="http://schemas.microsoft.com/office/drawing/2014/main" id="{7AAD4743-6277-F5C0-B980-2BCDDAC3024F}"/>
                </a:ext>
              </a:extLst>
            </p:cNvPr>
            <p:cNvSpPr/>
            <p:nvPr/>
          </p:nvSpPr>
          <p:spPr>
            <a:xfrm flipH="1">
              <a:off x="6093300" y="2443375"/>
              <a:ext cx="3050700" cy="2700000"/>
            </a:xfrm>
            <a:prstGeom prst="round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1131" name="Google Shape;1131;p44">
              <a:extLst>
                <a:ext uri="{FF2B5EF4-FFF2-40B4-BE49-F238E27FC236}">
                  <a16:creationId xmlns:a16="http://schemas.microsoft.com/office/drawing/2014/main" id="{C22207CB-6506-8B53-5B1F-49607AB0367C}"/>
                </a:ext>
              </a:extLst>
            </p:cNvPr>
            <p:cNvSpPr/>
            <p:nvPr/>
          </p:nvSpPr>
          <p:spPr>
            <a:xfrm>
              <a:off x="5309025" y="4755450"/>
              <a:ext cx="1882500" cy="213000"/>
            </a:xfrm>
            <a:prstGeom prst="roundRect">
              <a:avLst>
                <a:gd name="adj" fmla="val 50000"/>
              </a:avLst>
            </a:prstGeom>
            <a:solidFill>
              <a:srgbClr val="516CEE">
                <a:alpha val="6075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grpSp>
          <p:nvGrpSpPr>
            <p:cNvPr id="1132" name="Google Shape;1132;p44">
              <a:extLst>
                <a:ext uri="{FF2B5EF4-FFF2-40B4-BE49-F238E27FC236}">
                  <a16:creationId xmlns:a16="http://schemas.microsoft.com/office/drawing/2014/main" id="{E3BB756F-DC77-AF01-911B-4C0DAC689785}"/>
                </a:ext>
              </a:extLst>
            </p:cNvPr>
            <p:cNvGrpSpPr/>
            <p:nvPr/>
          </p:nvGrpSpPr>
          <p:grpSpPr>
            <a:xfrm>
              <a:off x="7041175" y="1748650"/>
              <a:ext cx="986125" cy="2095500"/>
              <a:chOff x="7631225" y="2241175"/>
              <a:chExt cx="986125" cy="2095500"/>
            </a:xfrm>
          </p:grpSpPr>
          <p:cxnSp>
            <p:nvCxnSpPr>
              <p:cNvPr id="1133" name="Google Shape;1133;p44">
                <a:extLst>
                  <a:ext uri="{FF2B5EF4-FFF2-40B4-BE49-F238E27FC236}">
                    <a16:creationId xmlns:a16="http://schemas.microsoft.com/office/drawing/2014/main" id="{F396C862-A55A-5DBA-BAFE-3676161D86C8}"/>
                  </a:ext>
                </a:extLst>
              </p:cNvPr>
              <p:cNvCxnSpPr/>
              <p:nvPr/>
            </p:nvCxnSpPr>
            <p:spPr>
              <a:xfrm>
                <a:off x="763122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4" name="Google Shape;1134;p44">
                <a:extLst>
                  <a:ext uri="{FF2B5EF4-FFF2-40B4-BE49-F238E27FC236}">
                    <a16:creationId xmlns:a16="http://schemas.microsoft.com/office/drawing/2014/main" id="{439B4802-D6FD-5EC6-F635-E8EBF7BC1A33}"/>
                  </a:ext>
                </a:extLst>
              </p:cNvPr>
              <p:cNvCxnSpPr/>
              <p:nvPr/>
            </p:nvCxnSpPr>
            <p:spPr>
              <a:xfrm>
                <a:off x="770708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5" name="Google Shape;1135;p44">
                <a:extLst>
                  <a:ext uri="{FF2B5EF4-FFF2-40B4-BE49-F238E27FC236}">
                    <a16:creationId xmlns:a16="http://schemas.microsoft.com/office/drawing/2014/main" id="{05B5FAE7-C031-DF8D-70A8-E3B5DE65E938}"/>
                  </a:ext>
                </a:extLst>
              </p:cNvPr>
              <p:cNvCxnSpPr/>
              <p:nvPr/>
            </p:nvCxnSpPr>
            <p:spPr>
              <a:xfrm>
                <a:off x="778293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6" name="Google Shape;1136;p44">
                <a:extLst>
                  <a:ext uri="{FF2B5EF4-FFF2-40B4-BE49-F238E27FC236}">
                    <a16:creationId xmlns:a16="http://schemas.microsoft.com/office/drawing/2014/main" id="{2DDAE0DA-9382-2F57-7FB0-8261A0A5CC0F}"/>
                  </a:ext>
                </a:extLst>
              </p:cNvPr>
              <p:cNvCxnSpPr/>
              <p:nvPr/>
            </p:nvCxnSpPr>
            <p:spPr>
              <a:xfrm>
                <a:off x="7858792"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7" name="Google Shape;1137;p44">
                <a:extLst>
                  <a:ext uri="{FF2B5EF4-FFF2-40B4-BE49-F238E27FC236}">
                    <a16:creationId xmlns:a16="http://schemas.microsoft.com/office/drawing/2014/main" id="{382F219A-F97A-AFD4-708C-4BED72D67553}"/>
                  </a:ext>
                </a:extLst>
              </p:cNvPr>
              <p:cNvCxnSpPr/>
              <p:nvPr/>
            </p:nvCxnSpPr>
            <p:spPr>
              <a:xfrm>
                <a:off x="801050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8" name="Google Shape;1138;p44">
                <a:extLst>
                  <a:ext uri="{FF2B5EF4-FFF2-40B4-BE49-F238E27FC236}">
                    <a16:creationId xmlns:a16="http://schemas.microsoft.com/office/drawing/2014/main" id="{F717D4DF-1C8F-CAC3-E673-D6BD33D93A10}"/>
                  </a:ext>
                </a:extLst>
              </p:cNvPr>
              <p:cNvCxnSpPr/>
              <p:nvPr/>
            </p:nvCxnSpPr>
            <p:spPr>
              <a:xfrm>
                <a:off x="8162215"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39" name="Google Shape;1139;p44">
                <a:extLst>
                  <a:ext uri="{FF2B5EF4-FFF2-40B4-BE49-F238E27FC236}">
                    <a16:creationId xmlns:a16="http://schemas.microsoft.com/office/drawing/2014/main" id="{138220CB-6B2E-301E-B291-3A75BD502631}"/>
                  </a:ext>
                </a:extLst>
              </p:cNvPr>
              <p:cNvCxnSpPr/>
              <p:nvPr/>
            </p:nvCxnSpPr>
            <p:spPr>
              <a:xfrm>
                <a:off x="8313927"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0" name="Google Shape;1140;p44">
                <a:extLst>
                  <a:ext uri="{FF2B5EF4-FFF2-40B4-BE49-F238E27FC236}">
                    <a16:creationId xmlns:a16="http://schemas.microsoft.com/office/drawing/2014/main" id="{055E5531-2F59-A74E-16A1-F6A5109E0C50}"/>
                  </a:ext>
                </a:extLst>
              </p:cNvPr>
              <p:cNvCxnSpPr/>
              <p:nvPr/>
            </p:nvCxnSpPr>
            <p:spPr>
              <a:xfrm>
                <a:off x="793464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1" name="Google Shape;1141;p44">
                <a:extLst>
                  <a:ext uri="{FF2B5EF4-FFF2-40B4-BE49-F238E27FC236}">
                    <a16:creationId xmlns:a16="http://schemas.microsoft.com/office/drawing/2014/main" id="{E7C3E367-512C-F98C-E54C-07D315E088DA}"/>
                  </a:ext>
                </a:extLst>
              </p:cNvPr>
              <p:cNvCxnSpPr/>
              <p:nvPr/>
            </p:nvCxnSpPr>
            <p:spPr>
              <a:xfrm>
                <a:off x="8086360"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2" name="Google Shape;1142;p44">
                <a:extLst>
                  <a:ext uri="{FF2B5EF4-FFF2-40B4-BE49-F238E27FC236}">
                    <a16:creationId xmlns:a16="http://schemas.microsoft.com/office/drawing/2014/main" id="{E5CD0E36-3BEB-86D2-4CF1-B0DCA5E41A60}"/>
                  </a:ext>
                </a:extLst>
              </p:cNvPr>
              <p:cNvCxnSpPr/>
              <p:nvPr/>
            </p:nvCxnSpPr>
            <p:spPr>
              <a:xfrm>
                <a:off x="8238071"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3" name="Google Shape;1143;p44">
                <a:extLst>
                  <a:ext uri="{FF2B5EF4-FFF2-40B4-BE49-F238E27FC236}">
                    <a16:creationId xmlns:a16="http://schemas.microsoft.com/office/drawing/2014/main" id="{91A6AC7A-37AE-676C-69F4-957BBF43531A}"/>
                  </a:ext>
                </a:extLst>
              </p:cNvPr>
              <p:cNvCxnSpPr/>
              <p:nvPr/>
            </p:nvCxnSpPr>
            <p:spPr>
              <a:xfrm>
                <a:off x="8389783"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4" name="Google Shape;1144;p44">
                <a:extLst>
                  <a:ext uri="{FF2B5EF4-FFF2-40B4-BE49-F238E27FC236}">
                    <a16:creationId xmlns:a16="http://schemas.microsoft.com/office/drawing/2014/main" id="{ECE866AF-A0D9-5066-657D-1A5315C1700F}"/>
                  </a:ext>
                </a:extLst>
              </p:cNvPr>
              <p:cNvCxnSpPr/>
              <p:nvPr/>
            </p:nvCxnSpPr>
            <p:spPr>
              <a:xfrm>
                <a:off x="8465638"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5" name="Google Shape;1145;p44">
                <a:extLst>
                  <a:ext uri="{FF2B5EF4-FFF2-40B4-BE49-F238E27FC236}">
                    <a16:creationId xmlns:a16="http://schemas.microsoft.com/office/drawing/2014/main" id="{A810F3E1-FFEC-9827-1427-540968AB87EA}"/>
                  </a:ext>
                </a:extLst>
              </p:cNvPr>
              <p:cNvCxnSpPr/>
              <p:nvPr/>
            </p:nvCxnSpPr>
            <p:spPr>
              <a:xfrm>
                <a:off x="8541494" y="2241175"/>
                <a:ext cx="0" cy="2095500"/>
              </a:xfrm>
              <a:prstGeom prst="straightConnector1">
                <a:avLst/>
              </a:prstGeom>
              <a:noFill/>
              <a:ln w="9525" cap="flat" cmpd="sng">
                <a:solidFill>
                  <a:schemeClr val="lt2"/>
                </a:solidFill>
                <a:prstDash val="solid"/>
                <a:round/>
                <a:headEnd type="none" w="med" len="med"/>
                <a:tailEnd type="none" w="med" len="med"/>
              </a:ln>
            </p:spPr>
          </p:cxnSp>
          <p:cxnSp>
            <p:nvCxnSpPr>
              <p:cNvPr id="1146" name="Google Shape;1146;p44">
                <a:extLst>
                  <a:ext uri="{FF2B5EF4-FFF2-40B4-BE49-F238E27FC236}">
                    <a16:creationId xmlns:a16="http://schemas.microsoft.com/office/drawing/2014/main" id="{A135ED01-CA7B-4D8C-7430-F9CE39CA1BC1}"/>
                  </a:ext>
                </a:extLst>
              </p:cNvPr>
              <p:cNvCxnSpPr/>
              <p:nvPr/>
            </p:nvCxnSpPr>
            <p:spPr>
              <a:xfrm>
                <a:off x="8617350" y="2241175"/>
                <a:ext cx="0" cy="2095500"/>
              </a:xfrm>
              <a:prstGeom prst="straightConnector1">
                <a:avLst/>
              </a:prstGeom>
              <a:noFill/>
              <a:ln w="9525" cap="flat" cmpd="sng">
                <a:solidFill>
                  <a:schemeClr val="lt2"/>
                </a:solidFill>
                <a:prstDash val="solid"/>
                <a:round/>
                <a:headEnd type="none" w="med" len="med"/>
                <a:tailEnd type="none" w="med" len="med"/>
              </a:ln>
            </p:spPr>
          </p:cxnSp>
        </p:grpSp>
      </p:grpSp>
      <p:sp>
        <p:nvSpPr>
          <p:cNvPr id="2" name="TextBox 1">
            <a:extLst>
              <a:ext uri="{FF2B5EF4-FFF2-40B4-BE49-F238E27FC236}">
                <a16:creationId xmlns:a16="http://schemas.microsoft.com/office/drawing/2014/main" id="{170BD326-E63E-6FEA-4A6A-020132039BD5}"/>
              </a:ext>
            </a:extLst>
          </p:cNvPr>
          <p:cNvSpPr txBox="1"/>
          <p:nvPr/>
        </p:nvSpPr>
        <p:spPr>
          <a:xfrm>
            <a:off x="1010094" y="139820"/>
            <a:ext cx="7675938" cy="307777"/>
          </a:xfrm>
          <a:prstGeom prst="rect">
            <a:avLst/>
          </a:prstGeom>
          <a:noFill/>
        </p:spPr>
        <p:txBody>
          <a:bodyPr wrap="square" rtlCol="0">
            <a:spAutoFit/>
          </a:bodyPr>
          <a:lstStyle/>
          <a:p>
            <a:pPr algn="ctr"/>
            <a:r>
              <a:rPr lang="en-US" b="1" dirty="0">
                <a:solidFill>
                  <a:schemeClr val="bg1"/>
                </a:solidFill>
              </a:rPr>
              <a:t>Public Understanding of Air Pollution's Health Implications</a:t>
            </a:r>
            <a:endParaRPr lang="en-US" b="1" i="1" dirty="0">
              <a:solidFill>
                <a:schemeClr val="bg1"/>
              </a:solidFill>
            </a:endParaRPr>
          </a:p>
        </p:txBody>
      </p:sp>
      <p:pic>
        <p:nvPicPr>
          <p:cNvPr id="4" name="Picture 3">
            <a:extLst>
              <a:ext uri="{FF2B5EF4-FFF2-40B4-BE49-F238E27FC236}">
                <a16:creationId xmlns:a16="http://schemas.microsoft.com/office/drawing/2014/main" id="{D0F35E9C-007F-1B22-6BB0-381673304BD5}"/>
              </a:ext>
            </a:extLst>
          </p:cNvPr>
          <p:cNvPicPr>
            <a:picLocks noChangeAspect="1"/>
          </p:cNvPicPr>
          <p:nvPr/>
        </p:nvPicPr>
        <p:blipFill>
          <a:blip r:embed="rId3"/>
          <a:stretch>
            <a:fillRect/>
          </a:stretch>
        </p:blipFill>
        <p:spPr>
          <a:xfrm>
            <a:off x="4540217" y="2708023"/>
            <a:ext cx="4603783" cy="2409825"/>
          </a:xfrm>
          <a:prstGeom prst="rect">
            <a:avLst/>
          </a:prstGeom>
        </p:spPr>
      </p:pic>
      <p:pic>
        <p:nvPicPr>
          <p:cNvPr id="6" name="Picture 5">
            <a:extLst>
              <a:ext uri="{FF2B5EF4-FFF2-40B4-BE49-F238E27FC236}">
                <a16:creationId xmlns:a16="http://schemas.microsoft.com/office/drawing/2014/main" id="{C8CB33AC-7928-07D7-0EF2-F38018AEFCD5}"/>
              </a:ext>
            </a:extLst>
          </p:cNvPr>
          <p:cNvPicPr>
            <a:picLocks noChangeAspect="1"/>
          </p:cNvPicPr>
          <p:nvPr/>
        </p:nvPicPr>
        <p:blipFill>
          <a:blip r:embed="rId4"/>
          <a:stretch>
            <a:fillRect/>
          </a:stretch>
        </p:blipFill>
        <p:spPr>
          <a:xfrm>
            <a:off x="112305" y="1184155"/>
            <a:ext cx="4459695" cy="3819525"/>
          </a:xfrm>
          <a:prstGeom prst="rect">
            <a:avLst/>
          </a:prstGeom>
        </p:spPr>
      </p:pic>
    </p:spTree>
    <p:extLst>
      <p:ext uri="{BB962C8B-B14F-4D97-AF65-F5344CB8AC3E}">
        <p14:creationId xmlns:p14="http://schemas.microsoft.com/office/powerpoint/2010/main" val="2396545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9">
          <a:extLst>
            <a:ext uri="{FF2B5EF4-FFF2-40B4-BE49-F238E27FC236}">
              <a16:creationId xmlns:a16="http://schemas.microsoft.com/office/drawing/2014/main" id="{AE9EA22F-8FFF-70B7-EDC0-78B7CECCDE29}"/>
            </a:ext>
          </a:extLst>
        </p:cNvPr>
        <p:cNvGrpSpPr/>
        <p:nvPr/>
      </p:nvGrpSpPr>
      <p:grpSpPr>
        <a:xfrm>
          <a:off x="0" y="0"/>
          <a:ext cx="0" cy="0"/>
          <a:chOff x="0" y="0"/>
          <a:chExt cx="0" cy="0"/>
        </a:xfrm>
      </p:grpSpPr>
      <p:sp>
        <p:nvSpPr>
          <p:cNvPr id="1120" name="Google Shape;1120;p43">
            <a:extLst>
              <a:ext uri="{FF2B5EF4-FFF2-40B4-BE49-F238E27FC236}">
                <a16:creationId xmlns:a16="http://schemas.microsoft.com/office/drawing/2014/main" id="{FEF66BFE-30AD-637E-2F4D-9FFF764529E7}"/>
              </a:ext>
            </a:extLst>
          </p:cNvPr>
          <p:cNvSpPr txBox="1">
            <a:spLocks noGrp="1"/>
          </p:cNvSpPr>
          <p:nvPr>
            <p:ph type="title"/>
          </p:nvPr>
        </p:nvSpPr>
        <p:spPr>
          <a:xfrm>
            <a:off x="722400" y="281544"/>
            <a:ext cx="7699200" cy="572700"/>
          </a:xfrm>
          <a:prstGeom prst="rect">
            <a:avLst/>
          </a:prstGeom>
        </p:spPr>
        <p:txBody>
          <a:bodyPr spcFirstLastPara="1" wrap="square" lIns="91425" tIns="91425" rIns="91425" bIns="91425" anchor="t" anchorCtr="0">
            <a:noAutofit/>
          </a:bodyPr>
          <a:lstStyle/>
          <a:p>
            <a:pPr algn="ctr"/>
            <a:r>
              <a:rPr lang="en-US" sz="1600" dirty="0"/>
              <a:t>National Clean Air </a:t>
            </a:r>
            <a:r>
              <a:rPr lang="en-US" sz="1600" dirty="0" err="1"/>
              <a:t>Programme</a:t>
            </a:r>
            <a:r>
              <a:rPr lang="en-US" sz="1600" dirty="0"/>
              <a:t> (NCAP) - Launched 2019</a:t>
            </a:r>
            <a:endParaRPr sz="1600" dirty="0">
              <a:latin typeface="+mj-lt"/>
            </a:endParaRPr>
          </a:p>
        </p:txBody>
      </p:sp>
      <p:sp>
        <p:nvSpPr>
          <p:cNvPr id="1121" name="Google Shape;1121;p43">
            <a:extLst>
              <a:ext uri="{FF2B5EF4-FFF2-40B4-BE49-F238E27FC236}">
                <a16:creationId xmlns:a16="http://schemas.microsoft.com/office/drawing/2014/main" id="{C9A8618A-DD67-FD1F-0461-B4F9F980190F}"/>
              </a:ext>
            </a:extLst>
          </p:cNvPr>
          <p:cNvSpPr txBox="1">
            <a:spLocks noGrp="1"/>
          </p:cNvSpPr>
          <p:nvPr>
            <p:ph type="subTitle" idx="1"/>
          </p:nvPr>
        </p:nvSpPr>
        <p:spPr>
          <a:xfrm>
            <a:off x="581373" y="913821"/>
            <a:ext cx="8562627" cy="3863837"/>
          </a:xfrm>
          <a:prstGeom prst="rect">
            <a:avLst/>
          </a:prstGeom>
        </p:spPr>
        <p:txBody>
          <a:bodyPr spcFirstLastPara="1" wrap="square" lIns="91425" tIns="91425" rIns="91425" bIns="91425" numCol="1" anchor="t" anchorCtr="0">
            <a:noAutofit/>
          </a:bodyPr>
          <a:lstStyle/>
          <a:p>
            <a:pPr marL="152400" indent="0" algn="just"/>
            <a:r>
              <a:rPr lang="en-US" b="1" dirty="0"/>
              <a:t>Measurable Impact:</a:t>
            </a:r>
            <a:endParaRPr lang="en-US" dirty="0"/>
          </a:p>
          <a:p>
            <a:pPr algn="just">
              <a:buFont typeface="Arial" panose="020B0604020202020204" pitchFamily="34" charset="0"/>
              <a:buChar char="•"/>
            </a:pPr>
            <a:r>
              <a:rPr lang="en-US" b="1" dirty="0"/>
              <a:t>Widespread Improvement:</a:t>
            </a:r>
            <a:r>
              <a:rPr lang="en-US" dirty="0"/>
              <a:t> 95 out of the 131 targeted cities have shown an overall improvement in air quality and a reduction in PM10 levels.</a:t>
            </a:r>
          </a:p>
          <a:p>
            <a:pPr marL="152400" indent="0" algn="just"/>
            <a:endParaRPr lang="en-US" dirty="0"/>
          </a:p>
          <a:p>
            <a:pPr algn="just">
              <a:buFont typeface="Arial" panose="020B0604020202020204" pitchFamily="34" charset="0"/>
              <a:buChar char="•"/>
            </a:pPr>
            <a:r>
              <a:rPr lang="en-US" b="1" dirty="0"/>
              <a:t>Significant City-Level Success:</a:t>
            </a:r>
            <a:r>
              <a:rPr lang="en-US" dirty="0"/>
              <a:t> It has been highly effective in some cities that targeted their specific local pollution sources. Standout examples include:</a:t>
            </a:r>
          </a:p>
          <a:p>
            <a:pPr marL="152400" indent="0" algn="just"/>
            <a:endParaRPr lang="en-US" dirty="0"/>
          </a:p>
          <a:p>
            <a:pPr lvl="1" algn="just">
              <a:buFont typeface="Arial" panose="020B0604020202020204" pitchFamily="34" charset="0"/>
              <a:buChar char="•"/>
            </a:pPr>
            <a:r>
              <a:rPr lang="en-US" b="1" dirty="0"/>
              <a:t>Dhanbad (Eastern India):</a:t>
            </a:r>
            <a:r>
              <a:rPr lang="en-US" dirty="0"/>
              <a:t> Achieved a remarkable </a:t>
            </a:r>
            <a:r>
              <a:rPr lang="en-US" b="1" dirty="0"/>
              <a:t>81% reduction</a:t>
            </a:r>
            <a:r>
              <a:rPr lang="en-US" dirty="0"/>
              <a:t> in PM10.</a:t>
            </a:r>
          </a:p>
          <a:p>
            <a:pPr lvl="1" algn="just">
              <a:buFont typeface="Arial" panose="020B0604020202020204" pitchFamily="34" charset="0"/>
              <a:buChar char="•"/>
            </a:pPr>
            <a:r>
              <a:rPr lang="en-US" b="1" dirty="0"/>
              <a:t>Varanasi (Northern India):</a:t>
            </a:r>
            <a:r>
              <a:rPr lang="en-US" dirty="0"/>
              <a:t> Saw a significant </a:t>
            </a:r>
            <a:r>
              <a:rPr lang="en-US" b="1" dirty="0"/>
              <a:t>68% reduction</a:t>
            </a:r>
            <a:r>
              <a:rPr lang="en-US" dirty="0"/>
              <a:t> in PM10.</a:t>
            </a:r>
          </a:p>
          <a:p>
            <a:pPr marL="152400" indent="0" algn="just"/>
            <a:endParaRPr lang="en-US" dirty="0"/>
          </a:p>
          <a:p>
            <a:pPr marL="152400" indent="0" algn="just"/>
            <a:r>
              <a:rPr lang="en-US" b="1" dirty="0"/>
              <a:t>Limitations &amp; Regional Variation:</a:t>
            </a:r>
            <a:endParaRPr lang="en-US" dirty="0"/>
          </a:p>
          <a:p>
            <a:pPr algn="just">
              <a:buFont typeface="Arial" panose="020B0604020202020204" pitchFamily="34" charset="0"/>
              <a:buChar char="•"/>
            </a:pPr>
            <a:r>
              <a:rPr lang="en-US" b="1" dirty="0"/>
              <a:t>Limited Impact in Megacities:</a:t>
            </a:r>
            <a:r>
              <a:rPr lang="en-US" dirty="0"/>
              <a:t> Progress has been minimal in deeply polluted, complex urban areas like </a:t>
            </a:r>
            <a:r>
              <a:rPr lang="en-US" b="1" dirty="0"/>
              <a:t>Delhi (Northern India)</a:t>
            </a:r>
            <a:r>
              <a:rPr lang="en-US" dirty="0"/>
              <a:t>, which has only seen a </a:t>
            </a:r>
            <a:r>
              <a:rPr lang="en-US" b="1" dirty="0"/>
              <a:t>~14% reduction</a:t>
            </a:r>
            <a:r>
              <a:rPr lang="en-US" dirty="0"/>
              <a:t>.</a:t>
            </a:r>
          </a:p>
          <a:p>
            <a:pPr algn="just">
              <a:buFont typeface="Arial" panose="020B0604020202020204" pitchFamily="34" charset="0"/>
              <a:buChar char="•"/>
            </a:pPr>
            <a:r>
              <a:rPr lang="en-US" b="1" dirty="0"/>
              <a:t>Standards Still Not Met:</a:t>
            </a:r>
            <a:r>
              <a:rPr lang="en-US" dirty="0"/>
              <a:t> Despite progress, only a small fraction of cities (14 out of 131) currently meet the national safety standards (NAAQS).</a:t>
            </a:r>
          </a:p>
          <a:p>
            <a:pPr algn="just">
              <a:buFont typeface="Arial" panose="020B0604020202020204" pitchFamily="34" charset="0"/>
              <a:buChar char="•"/>
            </a:pPr>
            <a:r>
              <a:rPr lang="en-US" b="1" dirty="0"/>
              <a:t>Southern India:</a:t>
            </a:r>
            <a:r>
              <a:rPr lang="en-US" dirty="0"/>
              <a:t> This region has responded best to the policies, with many cities showing consistent improvement and meeting the standards.</a:t>
            </a:r>
          </a:p>
          <a:p>
            <a:pPr marL="228600" lvl="0" indent="-228600" algn="just">
              <a:buFont typeface="Arial" panose="020B0604020202020204" pitchFamily="34" charset="0"/>
              <a:buChar char="•"/>
            </a:pPr>
            <a:endParaRPr dirty="0">
              <a:latin typeface="+mn-lt"/>
            </a:endParaRPr>
          </a:p>
        </p:txBody>
      </p:sp>
    </p:spTree>
    <p:extLst>
      <p:ext uri="{BB962C8B-B14F-4D97-AF65-F5344CB8AC3E}">
        <p14:creationId xmlns:p14="http://schemas.microsoft.com/office/powerpoint/2010/main" val="3851121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9">
          <a:extLst>
            <a:ext uri="{FF2B5EF4-FFF2-40B4-BE49-F238E27FC236}">
              <a16:creationId xmlns:a16="http://schemas.microsoft.com/office/drawing/2014/main" id="{590C863B-65B7-E0D3-8EC2-42D992E98AAD}"/>
            </a:ext>
          </a:extLst>
        </p:cNvPr>
        <p:cNvGrpSpPr/>
        <p:nvPr/>
      </p:nvGrpSpPr>
      <p:grpSpPr>
        <a:xfrm>
          <a:off x="0" y="0"/>
          <a:ext cx="0" cy="0"/>
          <a:chOff x="0" y="0"/>
          <a:chExt cx="0" cy="0"/>
        </a:xfrm>
      </p:grpSpPr>
      <p:sp>
        <p:nvSpPr>
          <p:cNvPr id="1120" name="Google Shape;1120;p43">
            <a:extLst>
              <a:ext uri="{FF2B5EF4-FFF2-40B4-BE49-F238E27FC236}">
                <a16:creationId xmlns:a16="http://schemas.microsoft.com/office/drawing/2014/main" id="{FC03AD42-A97B-04EB-469A-F7EBDA963445}"/>
              </a:ext>
            </a:extLst>
          </p:cNvPr>
          <p:cNvSpPr txBox="1">
            <a:spLocks noGrp="1"/>
          </p:cNvSpPr>
          <p:nvPr>
            <p:ph type="title"/>
          </p:nvPr>
        </p:nvSpPr>
        <p:spPr>
          <a:xfrm>
            <a:off x="722400" y="281544"/>
            <a:ext cx="7699200" cy="572700"/>
          </a:xfrm>
          <a:prstGeom prst="rect">
            <a:avLst/>
          </a:prstGeom>
        </p:spPr>
        <p:txBody>
          <a:bodyPr spcFirstLastPara="1" wrap="square" lIns="91425" tIns="91425" rIns="91425" bIns="91425" anchor="t" anchorCtr="0">
            <a:noAutofit/>
          </a:bodyPr>
          <a:lstStyle/>
          <a:p>
            <a:pPr algn="ctr"/>
            <a:r>
              <a:rPr lang="en-US" sz="1600" dirty="0"/>
              <a:t>Bharat Stage VI (BS-VI) Norms - Implemented April 2020</a:t>
            </a:r>
            <a:endParaRPr sz="1600" dirty="0">
              <a:latin typeface="+mj-lt"/>
            </a:endParaRPr>
          </a:p>
        </p:txBody>
      </p:sp>
      <p:sp>
        <p:nvSpPr>
          <p:cNvPr id="1121" name="Google Shape;1121;p43">
            <a:extLst>
              <a:ext uri="{FF2B5EF4-FFF2-40B4-BE49-F238E27FC236}">
                <a16:creationId xmlns:a16="http://schemas.microsoft.com/office/drawing/2014/main" id="{61E27F6F-A1A8-3B95-5CB2-C1B706931BDA}"/>
              </a:ext>
            </a:extLst>
          </p:cNvPr>
          <p:cNvSpPr txBox="1">
            <a:spLocks noGrp="1"/>
          </p:cNvSpPr>
          <p:nvPr>
            <p:ph type="subTitle" idx="1"/>
          </p:nvPr>
        </p:nvSpPr>
        <p:spPr>
          <a:xfrm>
            <a:off x="581373" y="913821"/>
            <a:ext cx="8562627" cy="3863837"/>
          </a:xfrm>
          <a:prstGeom prst="rect">
            <a:avLst/>
          </a:prstGeom>
        </p:spPr>
        <p:txBody>
          <a:bodyPr spcFirstLastPara="1" wrap="square" lIns="91425" tIns="91425" rIns="91425" bIns="91425" numCol="1" anchor="t" anchorCtr="0">
            <a:noAutofit/>
          </a:bodyPr>
          <a:lstStyle/>
          <a:p>
            <a:pPr marL="152400" indent="0" algn="just"/>
            <a:r>
              <a:rPr lang="en-US" b="1" dirty="0"/>
              <a:t>Measurable Impact:</a:t>
            </a:r>
          </a:p>
          <a:p>
            <a:pPr marL="152400" indent="0" algn="just"/>
            <a:endParaRPr lang="en-US" dirty="0"/>
          </a:p>
          <a:p>
            <a:pPr algn="just">
              <a:buFont typeface="Arial" panose="020B0604020202020204" pitchFamily="34" charset="0"/>
              <a:buChar char="•"/>
            </a:pPr>
            <a:r>
              <a:rPr lang="en-US" b="1" dirty="0"/>
              <a:t>Fundamentally Cleaner Fuel:</a:t>
            </a:r>
            <a:r>
              <a:rPr lang="en-US" dirty="0"/>
              <a:t> The policy mandated an </a:t>
            </a:r>
            <a:r>
              <a:rPr lang="en-US" b="1" dirty="0"/>
              <a:t>80% reduction in sulfur</a:t>
            </a:r>
            <a:r>
              <a:rPr lang="en-US" dirty="0"/>
              <a:t> in diesel and petrol, a major source of PM2.5.</a:t>
            </a:r>
          </a:p>
          <a:p>
            <a:pPr algn="just">
              <a:buFont typeface="Arial" panose="020B0604020202020204" pitchFamily="34" charset="0"/>
              <a:buChar char="•"/>
            </a:pPr>
            <a:r>
              <a:rPr lang="en-US" b="1" dirty="0"/>
              <a:t>Reduced Harmful Emissions:</a:t>
            </a:r>
            <a:r>
              <a:rPr lang="en-US" dirty="0"/>
              <a:t> BS-VI technology has successfully cut emissions of key pollutants from new vehicles, including </a:t>
            </a:r>
            <a:r>
              <a:rPr lang="en-US" b="1" dirty="0"/>
              <a:t>Organic Carbon (-20%)</a:t>
            </a:r>
            <a:r>
              <a:rPr lang="en-US" dirty="0"/>
              <a:t> and </a:t>
            </a:r>
            <a:r>
              <a:rPr lang="en-US" b="1" dirty="0"/>
              <a:t>Carbon Monoxide (-7%)</a:t>
            </a:r>
            <a:r>
              <a:rPr lang="en-US" dirty="0"/>
              <a:t>.</a:t>
            </a:r>
          </a:p>
          <a:p>
            <a:pPr algn="just">
              <a:buFont typeface="Arial" panose="020B0604020202020204" pitchFamily="34" charset="0"/>
              <a:buChar char="•"/>
            </a:pPr>
            <a:r>
              <a:rPr lang="en-US" b="1" dirty="0"/>
              <a:t>Universal Impact:</a:t>
            </a:r>
            <a:r>
              <a:rPr lang="en-US" dirty="0"/>
              <a:t> Since this is a nationwide standard, every new vehicle sold in every city and region since April 2020 is significantly less polluting than older models.</a:t>
            </a:r>
          </a:p>
          <a:p>
            <a:pPr marL="152400" indent="0" algn="just"/>
            <a:r>
              <a:rPr lang="en-US" b="1" dirty="0"/>
              <a:t>Limitations &amp; Regional Variation:</a:t>
            </a:r>
          </a:p>
          <a:p>
            <a:pPr marL="152400" indent="0" algn="just"/>
            <a:endParaRPr lang="en-US" dirty="0"/>
          </a:p>
          <a:p>
            <a:pPr algn="just">
              <a:buFont typeface="Arial" panose="020B0604020202020204" pitchFamily="34" charset="0"/>
              <a:buChar char="•"/>
            </a:pPr>
            <a:r>
              <a:rPr lang="en-US" b="1" dirty="0"/>
              <a:t>Unintended Consequence:</a:t>
            </a:r>
            <a:r>
              <a:rPr lang="en-US" dirty="0"/>
              <a:t> The technology has inadvertently caused an </a:t>
            </a:r>
            <a:r>
              <a:rPr lang="en-US" b="1" dirty="0"/>
              <a:t>increase in harmful Nitrogen Oxides (NOx)</a:t>
            </a:r>
            <a:r>
              <a:rPr lang="en-US" dirty="0"/>
              <a:t>, a key component of smog, which affects all regions.</a:t>
            </a:r>
          </a:p>
          <a:p>
            <a:pPr algn="just">
              <a:buFont typeface="Arial" panose="020B0604020202020204" pitchFamily="34" charset="0"/>
              <a:buChar char="•"/>
            </a:pPr>
            <a:r>
              <a:rPr lang="en-US" b="1" dirty="0"/>
              <a:t>Slow Fleet Turnover:</a:t>
            </a:r>
            <a:r>
              <a:rPr lang="en-US" dirty="0"/>
              <a:t> The benefits are only from </a:t>
            </a:r>
            <a:r>
              <a:rPr lang="en-US" i="1" dirty="0"/>
              <a:t>new</a:t>
            </a:r>
            <a:r>
              <a:rPr lang="en-US" dirty="0"/>
              <a:t> vehicles. The large number of older, more polluting vehicles still on the roads means the overall improvement to air quality is gradual and will take many more years to be fully realized across all cities.</a:t>
            </a:r>
          </a:p>
          <a:p>
            <a:pPr marL="228600" lvl="0" indent="-228600" algn="just">
              <a:buFont typeface="Arial" panose="020B0604020202020204" pitchFamily="34" charset="0"/>
              <a:buChar char="•"/>
            </a:pPr>
            <a:endParaRPr dirty="0">
              <a:latin typeface="+mn-lt"/>
            </a:endParaRPr>
          </a:p>
        </p:txBody>
      </p:sp>
    </p:spTree>
    <p:extLst>
      <p:ext uri="{BB962C8B-B14F-4D97-AF65-F5344CB8AC3E}">
        <p14:creationId xmlns:p14="http://schemas.microsoft.com/office/powerpoint/2010/main" val="839104529"/>
      </p:ext>
    </p:extLst>
  </p:cSld>
  <p:clrMapOvr>
    <a:masterClrMapping/>
  </p:clrMapOvr>
</p:sld>
</file>

<file path=ppt/theme/theme1.xml><?xml version="1.0" encoding="utf-8"?>
<a:theme xmlns:a="http://schemas.openxmlformats.org/drawingml/2006/main" name="Business Annual Report by Slidesgo">
  <a:themeElements>
    <a:clrScheme name="Simple Light">
      <a:dk1>
        <a:srgbClr val="00094A"/>
      </a:dk1>
      <a:lt1>
        <a:srgbClr val="00649F"/>
      </a:lt1>
      <a:dk2>
        <a:srgbClr val="FEFEFE"/>
      </a:dk2>
      <a:lt2>
        <a:srgbClr val="63DBF5"/>
      </a:lt2>
      <a:accent1>
        <a:srgbClr val="006DF5"/>
      </a:accent1>
      <a:accent2>
        <a:srgbClr val="516CEE"/>
      </a:accent2>
      <a:accent3>
        <a:srgbClr val="FFFFFF"/>
      </a:accent3>
      <a:accent4>
        <a:srgbClr val="FFFFFF"/>
      </a:accent4>
      <a:accent5>
        <a:srgbClr val="FFFFFF"/>
      </a:accent5>
      <a:accent6>
        <a:srgbClr val="FFFFFF"/>
      </a:accent6>
      <a:hlink>
        <a:srgbClr val="00094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346</TotalTime>
  <Words>962</Words>
  <Application>Microsoft Office PowerPoint</Application>
  <PresentationFormat>On-screen Show (16:9)</PresentationFormat>
  <Paragraphs>74</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Wingdings</vt:lpstr>
      <vt:lpstr>Montserrat</vt:lpstr>
      <vt:lpstr>Maven Pro</vt:lpstr>
      <vt:lpstr>Arial</vt:lpstr>
      <vt:lpstr>Business Annual Report by Slidesgo</vt:lpstr>
      <vt:lpstr>Air Pure Innovations Annual Report</vt:lpstr>
      <vt:lpstr>Table of contents</vt:lpstr>
      <vt:lpstr>Problem Statement</vt:lpstr>
      <vt:lpstr>Problem Statement:- </vt:lpstr>
      <vt:lpstr>Primary Analysis</vt:lpstr>
      <vt:lpstr>Primary analysis questions:- </vt:lpstr>
      <vt:lpstr>Secondary Analysis</vt:lpstr>
      <vt:lpstr>Secondary analysis questions:- </vt:lpstr>
      <vt:lpstr>PowerPoint Presentation</vt:lpstr>
      <vt:lpstr>PowerPoint Presentation</vt:lpstr>
      <vt:lpstr>National Clean Air Programme (NCAP) - Launched 2019</vt:lpstr>
      <vt:lpstr>Bharat Stage VI (BS-VI) Norms - Implemented April 2020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dc:creator>
  <cp:lastModifiedBy>rachana shree</cp:lastModifiedBy>
  <cp:revision>14</cp:revision>
  <dcterms:modified xsi:type="dcterms:W3CDTF">2025-08-08T11:14:28Z</dcterms:modified>
</cp:coreProperties>
</file>